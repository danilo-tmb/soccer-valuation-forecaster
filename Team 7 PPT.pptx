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4"/>
  </p:notesMasterIdLst>
  <p:sldIdLst>
    <p:sldId id="256" r:id="rId2"/>
    <p:sldId id="407" r:id="rId3"/>
    <p:sldId id="405" r:id="rId4"/>
    <p:sldId id="257" r:id="rId5"/>
    <p:sldId id="258" r:id="rId6"/>
    <p:sldId id="259" r:id="rId7"/>
    <p:sldId id="260" r:id="rId8"/>
    <p:sldId id="261" r:id="rId9"/>
    <p:sldId id="262" r:id="rId10"/>
    <p:sldId id="263" r:id="rId11"/>
    <p:sldId id="264" r:id="rId12"/>
    <p:sldId id="265" r:id="rId13"/>
    <p:sldId id="266" r:id="rId14"/>
    <p:sldId id="406" r:id="rId15"/>
    <p:sldId id="269" r:id="rId16"/>
    <p:sldId id="267" r:id="rId17"/>
    <p:sldId id="268"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58AC21-BE77-4A40-A89B-EF199DDD098A}" v="1876" dt="2026-10-07T00:02:52.020"/>
    <p1510:client id="{79468D06-1BE3-E2B6-CF20-1F2BAA3A10CA}" v="56" dt="2026-10-06T19:45:37.450"/>
    <p1510:client id="{8B3DA7DE-46D7-4D44-9ED9-947B075A4A95}" v="35" dt="2026-10-07T00:32:04.567"/>
    <p1510:client id="{B124B804-7DDD-EA6B-2C5E-7D52EA64F6E9}" v="1" dt="2026-10-06T19:59:42.054"/>
    <p1510:client id="{F5AEBE24-945B-3997-EFAE-D137EC9C15A5}" v="6" dt="2026-10-06T19:44:54.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microsoft.com/office/2015/10/relationships/revisionInfo" Target="revisionInfo.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ckham, Heaven" userId="3916b999-ebfb-4eda-a03e-00c0c640d3dc" providerId="ADAL" clId="{49D1F4E2-F3BF-53DE-AF90-E9869D24D84C}"/>
    <pc:docChg chg="undo custSel addSld delSld modSld sldOrd">
      <pc:chgData name="Buckham, Heaven" userId="3916b999-ebfb-4eda-a03e-00c0c640d3dc" providerId="ADAL" clId="{49D1F4E2-F3BF-53DE-AF90-E9869D24D84C}" dt="2026-10-04T20:07:32.698" v="65" actId="478"/>
      <pc:docMkLst>
        <pc:docMk/>
      </pc:docMkLst>
      <pc:sldChg chg="addSp delSp modSp mod">
        <pc:chgData name="Buckham, Heaven" userId="3916b999-ebfb-4eda-a03e-00c0c640d3dc" providerId="ADAL" clId="{49D1F4E2-F3BF-53DE-AF90-E9869D24D84C}" dt="2026-10-04T20:05:34.513" v="25" actId="20577"/>
        <pc:sldMkLst>
          <pc:docMk/>
          <pc:sldMk cId="0" sldId="256"/>
        </pc:sldMkLst>
        <pc:spChg chg="add del mod">
          <ac:chgData name="Buckham, Heaven" userId="3916b999-ebfb-4eda-a03e-00c0c640d3dc" providerId="ADAL" clId="{49D1F4E2-F3BF-53DE-AF90-E9869D24D84C}" dt="2026-10-04T20:05:34.513" v="25" actId="20577"/>
          <ac:spMkLst>
            <pc:docMk/>
            <pc:sldMk cId="0" sldId="256"/>
            <ac:spMk id="40" creationId="{FFF0B176-6620-8F7B-5A81-41B7086C06D2}"/>
          </ac:spMkLst>
        </pc:spChg>
      </pc:sldChg>
      <pc:sldChg chg="addSp delSp modSp mod">
        <pc:chgData name="Buckham, Heaven" userId="3916b999-ebfb-4eda-a03e-00c0c640d3dc" providerId="ADAL" clId="{49D1F4E2-F3BF-53DE-AF90-E9869D24D84C}" dt="2026-10-04T20:00:36.138" v="2"/>
        <pc:sldMkLst>
          <pc:docMk/>
          <pc:sldMk cId="0" sldId="257"/>
        </pc:sldMkLst>
      </pc:sldChg>
      <pc:sldChg chg="addSp modSp mod">
        <pc:chgData name="Buckham, Heaven" userId="3916b999-ebfb-4eda-a03e-00c0c640d3dc" providerId="ADAL" clId="{49D1F4E2-F3BF-53DE-AF90-E9869D24D84C}" dt="2026-10-04T20:01:44.069" v="13" actId="255"/>
        <pc:sldMkLst>
          <pc:docMk/>
          <pc:sldMk cId="0" sldId="258"/>
        </pc:sldMkLst>
        <pc:spChg chg="mod">
          <ac:chgData name="Buckham, Heaven" userId="3916b999-ebfb-4eda-a03e-00c0c640d3dc" providerId="ADAL" clId="{49D1F4E2-F3BF-53DE-AF90-E9869D24D84C}" dt="2026-10-04T20:01:32.999" v="9"/>
          <ac:spMkLst>
            <pc:docMk/>
            <pc:sldMk cId="0" sldId="258"/>
            <ac:spMk id="4" creationId="{00000000-0000-0000-0000-000000000000}"/>
          </ac:spMkLst>
        </pc:spChg>
        <pc:spChg chg="add mod">
          <ac:chgData name="Buckham, Heaven" userId="3916b999-ebfb-4eda-a03e-00c0c640d3dc" providerId="ADAL" clId="{49D1F4E2-F3BF-53DE-AF90-E9869D24D84C}" dt="2026-10-04T20:01:44.069" v="13" actId="255"/>
          <ac:spMkLst>
            <pc:docMk/>
            <pc:sldMk cId="0" sldId="258"/>
            <ac:spMk id="39" creationId="{428CB7B6-B441-9B03-84BD-AFFB02F5047C}"/>
          </ac:spMkLst>
        </pc:spChg>
      </pc:sldChg>
      <pc:sldChg chg="addSp delSp mod">
        <pc:chgData name="Buckham, Heaven" userId="3916b999-ebfb-4eda-a03e-00c0c640d3dc" providerId="ADAL" clId="{49D1F4E2-F3BF-53DE-AF90-E9869D24D84C}" dt="2026-10-04T20:03:16.668" v="15" actId="22"/>
        <pc:sldMkLst>
          <pc:docMk/>
          <pc:sldMk cId="0" sldId="268"/>
        </pc:sldMkLst>
      </pc:sldChg>
      <pc:sldChg chg="delSp modSp add mod ord setBg">
        <pc:chgData name="Buckham, Heaven" userId="3916b999-ebfb-4eda-a03e-00c0c640d3dc" providerId="ADAL" clId="{49D1F4E2-F3BF-53DE-AF90-E9869D24D84C}" dt="2026-10-04T20:06:39.597" v="43" actId="20577"/>
        <pc:sldMkLst>
          <pc:docMk/>
          <pc:sldMk cId="0" sldId="405"/>
        </pc:sldMkLst>
        <pc:spChg chg="mod">
          <ac:chgData name="Buckham, Heaven" userId="3916b999-ebfb-4eda-a03e-00c0c640d3dc" providerId="ADAL" clId="{49D1F4E2-F3BF-53DE-AF90-E9869D24D84C}" dt="2026-10-04T20:06:39.597" v="43" actId="20577"/>
          <ac:spMkLst>
            <pc:docMk/>
            <pc:sldMk cId="0" sldId="405"/>
            <ac:spMk id="12" creationId="{00000000-0000-0000-0000-000000000000}"/>
          </ac:spMkLst>
        </pc:spChg>
      </pc:sldChg>
      <pc:sldChg chg="delSp modSp add del mod ord setBg">
        <pc:chgData name="Buckham, Heaven" userId="3916b999-ebfb-4eda-a03e-00c0c640d3dc" providerId="ADAL" clId="{49D1F4E2-F3BF-53DE-AF90-E9869D24D84C}" dt="2026-10-04T20:07:32.698" v="65" actId="478"/>
        <pc:sldMkLst>
          <pc:docMk/>
          <pc:sldMk cId="0" sldId="406"/>
        </pc:sldMkLst>
      </pc:sldChg>
    </pc:docChg>
  </pc:docChgLst>
  <pc:docChgLst>
    <pc:chgData name="Tambone, Danilo" userId="S::pwc25003@uconn.edu::f8b74486-aa49-4d53-b999-d54a5be0170f" providerId="AD" clId="Web-{B124B804-7DDD-EA6B-2C5E-7D52EA64F6E9}"/>
    <pc:docChg chg="modSld">
      <pc:chgData name="Tambone, Danilo" userId="S::pwc25003@uconn.edu::f8b74486-aa49-4d53-b999-d54a5be0170f" providerId="AD" clId="Web-{B124B804-7DDD-EA6B-2C5E-7D52EA64F6E9}" dt="2026-10-06T21:19:42.204" v="255"/>
      <pc:docMkLst>
        <pc:docMk/>
      </pc:docMkLst>
      <pc:sldChg chg="modNotes">
        <pc:chgData name="Tambone, Danilo" userId="S::pwc25003@uconn.edu::f8b74486-aa49-4d53-b999-d54a5be0170f" providerId="AD" clId="Web-{B124B804-7DDD-EA6B-2C5E-7D52EA64F6E9}" dt="2026-10-06T21:14:39.580" v="196"/>
        <pc:sldMkLst>
          <pc:docMk/>
          <pc:sldMk cId="0" sldId="256"/>
        </pc:sldMkLst>
      </pc:sldChg>
      <pc:sldChg chg="modNotes">
        <pc:chgData name="Tambone, Danilo" userId="S::pwc25003@uconn.edu::f8b74486-aa49-4d53-b999-d54a5be0170f" providerId="AD" clId="Web-{B124B804-7DDD-EA6B-2C5E-7D52EA64F6E9}" dt="2026-10-06T20:45:09.629" v="22"/>
        <pc:sldMkLst>
          <pc:docMk/>
          <pc:sldMk cId="0" sldId="258"/>
        </pc:sldMkLst>
      </pc:sldChg>
      <pc:sldChg chg="modNotes">
        <pc:chgData name="Tambone, Danilo" userId="S::pwc25003@uconn.edu::f8b74486-aa49-4d53-b999-d54a5be0170f" providerId="AD" clId="Web-{B124B804-7DDD-EA6B-2C5E-7D52EA64F6E9}" dt="2026-10-06T20:46:32.660" v="27"/>
        <pc:sldMkLst>
          <pc:docMk/>
          <pc:sldMk cId="0" sldId="259"/>
        </pc:sldMkLst>
      </pc:sldChg>
      <pc:sldChg chg="modNotes">
        <pc:chgData name="Tambone, Danilo" userId="S::pwc25003@uconn.edu::f8b74486-aa49-4d53-b999-d54a5be0170f" providerId="AD" clId="Web-{B124B804-7DDD-EA6B-2C5E-7D52EA64F6E9}" dt="2026-10-06T21:19:42.204" v="255"/>
        <pc:sldMkLst>
          <pc:docMk/>
          <pc:sldMk cId="0" sldId="405"/>
        </pc:sldMkLst>
      </pc:sldChg>
    </pc:docChg>
  </pc:docChgLst>
  <pc:docChgLst>
    <pc:chgData name="Sureshkumar, Preshitha" userId="28528fe8-fb16-404c-b1be-eb46b8218ded" providerId="ADAL" clId="{D636B9EB-188D-5327-BBCA-EB91D1E93A07}"/>
    <pc:docChg chg="undo custSel addSld delSld modSld sldOrd delSection">
      <pc:chgData name="Sureshkumar, Preshitha" userId="28528fe8-fb16-404c-b1be-eb46b8218ded" providerId="ADAL" clId="{D636B9EB-188D-5327-BBCA-EB91D1E93A07}" dt="2026-10-04T16:35:52.978" v="160" actId="1076"/>
      <pc:docMkLst>
        <pc:docMk/>
      </pc:docMkLst>
      <pc:sldChg chg="addSp modSp">
        <pc:chgData name="Sureshkumar, Preshitha" userId="28528fe8-fb16-404c-b1be-eb46b8218ded" providerId="ADAL" clId="{D636B9EB-188D-5327-BBCA-EB91D1E93A07}" dt="2026-10-04T15:59:13.958" v="0"/>
        <pc:sldMkLst>
          <pc:docMk/>
          <pc:sldMk cId="0" sldId="257"/>
        </pc:sldMkLst>
        <pc:spChg chg="add mod">
          <ac:chgData name="Sureshkumar, Preshitha" userId="28528fe8-fb16-404c-b1be-eb46b8218ded" providerId="ADAL" clId="{D636B9EB-188D-5327-BBCA-EB91D1E93A07}" dt="2026-10-04T15:59:13.958" v="0"/>
          <ac:spMkLst>
            <pc:docMk/>
            <pc:sldMk cId="0" sldId="257"/>
            <ac:spMk id="36" creationId="{677C7B3E-C880-6FEC-F5BB-4AE3E4F20458}"/>
          </ac:spMkLst>
        </pc:spChg>
      </pc:sldChg>
      <pc:sldChg chg="modSp mod">
        <pc:chgData name="Sureshkumar, Preshitha" userId="28528fe8-fb16-404c-b1be-eb46b8218ded" providerId="ADAL" clId="{D636B9EB-188D-5327-BBCA-EB91D1E93A07}" dt="2026-10-04T16:00:16.382" v="6" actId="1076"/>
        <pc:sldMkLst>
          <pc:docMk/>
          <pc:sldMk cId="0" sldId="260"/>
        </pc:sldMkLst>
        <pc:spChg chg="mod">
          <ac:chgData name="Sureshkumar, Preshitha" userId="28528fe8-fb16-404c-b1be-eb46b8218ded" providerId="ADAL" clId="{D636B9EB-188D-5327-BBCA-EB91D1E93A07}" dt="2026-10-04T16:00:10.582" v="4" actId="14100"/>
          <ac:spMkLst>
            <pc:docMk/>
            <pc:sldMk cId="0" sldId="260"/>
            <ac:spMk id="5" creationId="{00000000-0000-0000-0000-000000000000}"/>
          </ac:spMkLst>
        </pc:spChg>
        <pc:picChg chg="mod">
          <ac:chgData name="Sureshkumar, Preshitha" userId="28528fe8-fb16-404c-b1be-eb46b8218ded" providerId="ADAL" clId="{D636B9EB-188D-5327-BBCA-EB91D1E93A07}" dt="2026-10-04T16:00:16.382" v="6" actId="1076"/>
          <ac:picMkLst>
            <pc:docMk/>
            <pc:sldMk cId="0" sldId="260"/>
            <ac:picMk id="4" creationId="{00000000-0000-0000-0000-000000000000}"/>
          </ac:picMkLst>
        </pc:picChg>
      </pc:sldChg>
      <pc:sldChg chg="addSp delSp modSp mod">
        <pc:chgData name="Sureshkumar, Preshitha" userId="28528fe8-fb16-404c-b1be-eb46b8218ded" providerId="ADAL" clId="{D636B9EB-188D-5327-BBCA-EB91D1E93A07}" dt="2026-10-04T16:35:52.978" v="160" actId="1076"/>
        <pc:sldMkLst>
          <pc:docMk/>
          <pc:sldMk cId="0" sldId="265"/>
        </pc:sldMkLst>
        <pc:spChg chg="mod">
          <ac:chgData name="Sureshkumar, Preshitha" userId="28528fe8-fb16-404c-b1be-eb46b8218ded" providerId="ADAL" clId="{D636B9EB-188D-5327-BBCA-EB91D1E93A07}" dt="2026-10-04T16:33:35.379" v="132" actId="14100"/>
          <ac:spMkLst>
            <pc:docMk/>
            <pc:sldMk cId="0" sldId="265"/>
            <ac:spMk id="2" creationId="{00000000-0000-0000-0000-000000000000}"/>
          </ac:spMkLst>
        </pc:spChg>
        <pc:spChg chg="mod">
          <ac:chgData name="Sureshkumar, Preshitha" userId="28528fe8-fb16-404c-b1be-eb46b8218ded" providerId="ADAL" clId="{D636B9EB-188D-5327-BBCA-EB91D1E93A07}" dt="2026-10-04T16:34:11.996" v="138" actId="14100"/>
          <ac:spMkLst>
            <pc:docMk/>
            <pc:sldMk cId="0" sldId="265"/>
            <ac:spMk id="4" creationId="{00000000-0000-0000-0000-000000000000}"/>
          </ac:spMkLst>
        </pc:spChg>
        <pc:spChg chg="mod">
          <ac:chgData name="Sureshkumar, Preshitha" userId="28528fe8-fb16-404c-b1be-eb46b8218ded" providerId="ADAL" clId="{D636B9EB-188D-5327-BBCA-EB91D1E93A07}" dt="2026-10-04T16:34:18.363" v="140" actId="14100"/>
          <ac:spMkLst>
            <pc:docMk/>
            <pc:sldMk cId="0" sldId="265"/>
            <ac:spMk id="5" creationId="{00000000-0000-0000-0000-000000000000}"/>
          </ac:spMkLst>
        </pc:spChg>
        <pc:spChg chg="mod">
          <ac:chgData name="Sureshkumar, Preshitha" userId="28528fe8-fb16-404c-b1be-eb46b8218ded" providerId="ADAL" clId="{D636B9EB-188D-5327-BBCA-EB91D1E93A07}" dt="2026-10-04T16:34:23.112" v="141" actId="14100"/>
          <ac:spMkLst>
            <pc:docMk/>
            <pc:sldMk cId="0" sldId="265"/>
            <ac:spMk id="6" creationId="{00000000-0000-0000-0000-000000000000}"/>
          </ac:spMkLst>
        </pc:spChg>
        <pc:spChg chg="mod">
          <ac:chgData name="Sureshkumar, Preshitha" userId="28528fe8-fb16-404c-b1be-eb46b8218ded" providerId="ADAL" clId="{D636B9EB-188D-5327-BBCA-EB91D1E93A07}" dt="2026-10-04T16:34:29.513" v="143" actId="14100"/>
          <ac:spMkLst>
            <pc:docMk/>
            <pc:sldMk cId="0" sldId="265"/>
            <ac:spMk id="7" creationId="{00000000-0000-0000-0000-000000000000}"/>
          </ac:spMkLst>
        </pc:spChg>
        <pc:spChg chg="mod">
          <ac:chgData name="Sureshkumar, Preshitha" userId="28528fe8-fb16-404c-b1be-eb46b8218ded" providerId="ADAL" clId="{D636B9EB-188D-5327-BBCA-EB91D1E93A07}" dt="2026-10-04T16:34:36.296" v="145" actId="14100"/>
          <ac:spMkLst>
            <pc:docMk/>
            <pc:sldMk cId="0" sldId="265"/>
            <ac:spMk id="8" creationId="{00000000-0000-0000-0000-000000000000}"/>
          </ac:spMkLst>
        </pc:spChg>
        <pc:spChg chg="mod">
          <ac:chgData name="Sureshkumar, Preshitha" userId="28528fe8-fb16-404c-b1be-eb46b8218ded" providerId="ADAL" clId="{D636B9EB-188D-5327-BBCA-EB91D1E93A07}" dt="2026-10-04T16:34:42.346" v="147" actId="14100"/>
          <ac:spMkLst>
            <pc:docMk/>
            <pc:sldMk cId="0" sldId="265"/>
            <ac:spMk id="9" creationId="{00000000-0000-0000-0000-000000000000}"/>
          </ac:spMkLst>
        </pc:spChg>
        <pc:spChg chg="mod">
          <ac:chgData name="Sureshkumar, Preshitha" userId="28528fe8-fb16-404c-b1be-eb46b8218ded" providerId="ADAL" clId="{D636B9EB-188D-5327-BBCA-EB91D1E93A07}" dt="2026-10-04T16:34:50.613" v="149" actId="14100"/>
          <ac:spMkLst>
            <pc:docMk/>
            <pc:sldMk cId="0" sldId="265"/>
            <ac:spMk id="10" creationId="{00000000-0000-0000-0000-000000000000}"/>
          </ac:spMkLst>
        </pc:spChg>
        <pc:spChg chg="add mod">
          <ac:chgData name="Sureshkumar, Preshitha" userId="28528fe8-fb16-404c-b1be-eb46b8218ded" providerId="ADAL" clId="{D636B9EB-188D-5327-BBCA-EB91D1E93A07}" dt="2026-10-04T16:33:46.130" v="133" actId="1076"/>
          <ac:spMkLst>
            <pc:docMk/>
            <pc:sldMk cId="0" sldId="265"/>
            <ac:spMk id="14" creationId="{9AE0B941-BC43-B4F3-024A-F837506162F6}"/>
          </ac:spMkLst>
        </pc:spChg>
        <pc:spChg chg="add mod">
          <ac:chgData name="Sureshkumar, Preshitha" userId="28528fe8-fb16-404c-b1be-eb46b8218ded" providerId="ADAL" clId="{D636B9EB-188D-5327-BBCA-EB91D1E93A07}" dt="2026-10-04T16:35:52.978" v="160" actId="1076"/>
          <ac:spMkLst>
            <pc:docMk/>
            <pc:sldMk cId="0" sldId="265"/>
            <ac:spMk id="15" creationId="{E264FD06-5825-E869-CE2E-33B5A0BA0AAC}"/>
          </ac:spMkLst>
        </pc:spChg>
        <pc:spChg chg="add mod">
          <ac:chgData name="Sureshkumar, Preshitha" userId="28528fe8-fb16-404c-b1be-eb46b8218ded" providerId="ADAL" clId="{D636B9EB-188D-5327-BBCA-EB91D1E93A07}" dt="2026-10-04T16:33:58.413" v="137" actId="14100"/>
          <ac:spMkLst>
            <pc:docMk/>
            <pc:sldMk cId="0" sldId="265"/>
            <ac:spMk id="16" creationId="{0A38563A-EFAD-5571-0091-4A8A63EB80D8}"/>
          </ac:spMkLst>
        </pc:spChg>
        <pc:spChg chg="add mod">
          <ac:chgData name="Sureshkumar, Preshitha" userId="28528fe8-fb16-404c-b1be-eb46b8218ded" providerId="ADAL" clId="{D636B9EB-188D-5327-BBCA-EB91D1E93A07}" dt="2026-10-04T16:35:05.779" v="152" actId="1076"/>
          <ac:spMkLst>
            <pc:docMk/>
            <pc:sldMk cId="0" sldId="265"/>
            <ac:spMk id="17" creationId="{59A3C44D-4EC3-CCE3-776F-31F51DB2E170}"/>
          </ac:spMkLst>
        </pc:spChg>
        <pc:spChg chg="add mod">
          <ac:chgData name="Sureshkumar, Preshitha" userId="28528fe8-fb16-404c-b1be-eb46b8218ded" providerId="ADAL" clId="{D636B9EB-188D-5327-BBCA-EB91D1E93A07}" dt="2026-10-04T16:35:43.429" v="159" actId="14100"/>
          <ac:spMkLst>
            <pc:docMk/>
            <pc:sldMk cId="0" sldId="265"/>
            <ac:spMk id="18" creationId="{4D79B04C-7B45-FB96-BF6E-105FB3C4F51F}"/>
          </ac:spMkLst>
        </pc:spChg>
      </pc:sldChg>
      <pc:sldChg chg="addSp delSp modSp add del mod ord">
        <pc:chgData name="Sureshkumar, Preshitha" userId="28528fe8-fb16-404c-b1be-eb46b8218ded" providerId="ADAL" clId="{D636B9EB-188D-5327-BBCA-EB91D1E93A07}" dt="2026-10-04T16:27:37.073" v="109" actId="2696"/>
        <pc:sldMkLst>
          <pc:docMk/>
          <pc:sldMk cId="0" sldId="405"/>
        </pc:sldMkLst>
        <pc:spChg chg="mod">
          <ac:chgData name="Sureshkumar, Preshitha" userId="28528fe8-fb16-404c-b1be-eb46b8218ded" providerId="ADAL" clId="{D636B9EB-188D-5327-BBCA-EB91D1E93A07}" dt="2026-10-04T16:17:11.804" v="12" actId="14100"/>
          <ac:spMkLst>
            <pc:docMk/>
            <pc:sldMk cId="0" sldId="405"/>
            <ac:spMk id="2" creationId="{00000000-0000-0000-0000-000000000000}"/>
          </ac:spMkLst>
        </pc:spChg>
        <pc:spChg chg="mod">
          <ac:chgData name="Sureshkumar, Preshitha" userId="28528fe8-fb16-404c-b1be-eb46b8218ded" providerId="ADAL" clId="{D636B9EB-188D-5327-BBCA-EB91D1E93A07}" dt="2026-10-04T16:17:18.588" v="14" actId="14100"/>
          <ac:spMkLst>
            <pc:docMk/>
            <pc:sldMk cId="0" sldId="405"/>
            <ac:spMk id="4" creationId="{00000000-0000-0000-0000-000000000000}"/>
          </ac:spMkLst>
        </pc:spChg>
        <pc:spChg chg="mod">
          <ac:chgData name="Sureshkumar, Preshitha" userId="28528fe8-fb16-404c-b1be-eb46b8218ded" providerId="ADAL" clId="{D636B9EB-188D-5327-BBCA-EB91D1E93A07}" dt="2026-10-04T16:21:41.402" v="50" actId="14100"/>
          <ac:spMkLst>
            <pc:docMk/>
            <pc:sldMk cId="0" sldId="405"/>
            <ac:spMk id="12" creationId="{00000000-0000-0000-0000-000000000000}"/>
          </ac:spMkLst>
        </pc:spChg>
        <pc:spChg chg="del">
          <ac:chgData name="Sureshkumar, Preshitha" userId="28528fe8-fb16-404c-b1be-eb46b8218ded" providerId="ADAL" clId="{D636B9EB-188D-5327-BBCA-EB91D1E93A07}" dt="2026-10-04T16:20:54.022" v="41" actId="21"/>
          <ac:spMkLst>
            <pc:docMk/>
            <pc:sldMk cId="0" sldId="405"/>
            <ac:spMk id="21" creationId="{00000000-0000-0000-0000-000000000000}"/>
          </ac:spMkLst>
        </pc:spChg>
        <pc:spChg chg="del">
          <ac:chgData name="Sureshkumar, Preshitha" userId="28528fe8-fb16-404c-b1be-eb46b8218ded" providerId="ADAL" clId="{D636B9EB-188D-5327-BBCA-EB91D1E93A07}" dt="2026-10-04T16:20:50.239" v="40" actId="21"/>
          <ac:spMkLst>
            <pc:docMk/>
            <pc:sldMk cId="0" sldId="405"/>
            <ac:spMk id="22" creationId="{00000000-0000-0000-0000-000000000000}"/>
          </ac:spMkLst>
        </pc:spChg>
      </pc:sldChg>
    </pc:docChg>
  </pc:docChgLst>
  <pc:docChgLst>
    <pc:chgData name="Koh, Matthew" userId="447f0778-840e-4cb0-be97-1ce94b3ac718" providerId="ADAL" clId="{03254EDA-CEAC-4933-8F7A-D9C3187E3B2E}"/>
    <pc:docChg chg="undo custSel modSld">
      <pc:chgData name="Koh, Matthew" userId="447f0778-840e-4cb0-be97-1ce94b3ac718" providerId="ADAL" clId="{03254EDA-CEAC-4933-8F7A-D9C3187E3B2E}" dt="2026-10-07T00:02:52.020" v="1827" actId="34476"/>
      <pc:docMkLst>
        <pc:docMk/>
      </pc:docMkLst>
      <pc:sldChg chg="addSp delSp modSp mod modNotesTx">
        <pc:chgData name="Koh, Matthew" userId="447f0778-840e-4cb0-be97-1ce94b3ac718" providerId="ADAL" clId="{03254EDA-CEAC-4933-8F7A-D9C3187E3B2E}" dt="2026-10-07T00:01:34.538" v="1824"/>
        <pc:sldMkLst>
          <pc:docMk/>
          <pc:sldMk cId="0" sldId="256"/>
        </pc:sldMkLst>
        <pc:spChg chg="add mod">
          <ac:chgData name="Koh, Matthew" userId="447f0778-840e-4cb0-be97-1ce94b3ac718" providerId="ADAL" clId="{03254EDA-CEAC-4933-8F7A-D9C3187E3B2E}" dt="2026-10-07T00:01:34.538" v="1824"/>
          <ac:spMkLst>
            <pc:docMk/>
            <pc:sldMk cId="0" sldId="256"/>
            <ac:spMk id="6" creationId="{9A3155D9-756A-CC33-778C-2C9826D1A9D1}"/>
          </ac:spMkLst>
        </pc:spChg>
        <pc:spChg chg="del">
          <ac:chgData name="Koh, Matthew" userId="447f0778-840e-4cb0-be97-1ce94b3ac718" providerId="ADAL" clId="{03254EDA-CEAC-4933-8F7A-D9C3187E3B2E}" dt="2026-10-07T00:01:34.109" v="1823" actId="478"/>
          <ac:spMkLst>
            <pc:docMk/>
            <pc:sldMk cId="0" sldId="256"/>
            <ac:spMk id="40" creationId="{FFF0B176-6620-8F7B-5A81-41B7086C06D2}"/>
          </ac:spMkLst>
        </pc:spChg>
      </pc:sldChg>
      <pc:sldChg chg="modNotesTx">
        <pc:chgData name="Koh, Matthew" userId="447f0778-840e-4cb0-be97-1ce94b3ac718" providerId="ADAL" clId="{03254EDA-CEAC-4933-8F7A-D9C3187E3B2E}" dt="2026-10-06T20:28:45.504" v="1712" actId="20577"/>
        <pc:sldMkLst>
          <pc:docMk/>
          <pc:sldMk cId="0" sldId="257"/>
        </pc:sldMkLst>
      </pc:sldChg>
      <pc:sldChg chg="modNotesTx">
        <pc:chgData name="Koh, Matthew" userId="447f0778-840e-4cb0-be97-1ce94b3ac718" providerId="ADAL" clId="{03254EDA-CEAC-4933-8F7A-D9C3187E3B2E}" dt="2026-10-06T20:34:50.774" v="1717" actId="20577"/>
        <pc:sldMkLst>
          <pc:docMk/>
          <pc:sldMk cId="0" sldId="258"/>
        </pc:sldMkLst>
      </pc:sldChg>
      <pc:sldChg chg="modNotesTx">
        <pc:chgData name="Koh, Matthew" userId="447f0778-840e-4cb0-be97-1ce94b3ac718" providerId="ADAL" clId="{03254EDA-CEAC-4933-8F7A-D9C3187E3B2E}" dt="2026-10-06T20:42:29.949" v="1728" actId="20577"/>
        <pc:sldMkLst>
          <pc:docMk/>
          <pc:sldMk cId="0" sldId="260"/>
        </pc:sldMkLst>
      </pc:sldChg>
      <pc:sldChg chg="modNotesTx">
        <pc:chgData name="Koh, Matthew" userId="447f0778-840e-4cb0-be97-1ce94b3ac718" providerId="ADAL" clId="{03254EDA-CEAC-4933-8F7A-D9C3187E3B2E}" dt="2026-10-06T21:21:49.228" v="1760" actId="20577"/>
        <pc:sldMkLst>
          <pc:docMk/>
          <pc:sldMk cId="0" sldId="262"/>
        </pc:sldMkLst>
      </pc:sldChg>
      <pc:sldChg chg="modNotesTx">
        <pc:chgData name="Koh, Matthew" userId="447f0778-840e-4cb0-be97-1ce94b3ac718" providerId="ADAL" clId="{03254EDA-CEAC-4933-8F7A-D9C3187E3B2E}" dt="2026-10-06T22:59:11.285" v="1802" actId="20577"/>
        <pc:sldMkLst>
          <pc:docMk/>
          <pc:sldMk cId="0" sldId="265"/>
        </pc:sldMkLst>
      </pc:sldChg>
      <pc:sldChg chg="addSp delSp modSp mod">
        <pc:chgData name="Koh, Matthew" userId="447f0778-840e-4cb0-be97-1ce94b3ac718" providerId="ADAL" clId="{03254EDA-CEAC-4933-8F7A-D9C3187E3B2E}" dt="2026-10-06T23:41:57.232" v="1810" actId="1076"/>
        <pc:sldMkLst>
          <pc:docMk/>
          <pc:sldMk cId="0" sldId="267"/>
        </pc:sldMkLst>
        <pc:spChg chg="mod">
          <ac:chgData name="Koh, Matthew" userId="447f0778-840e-4cb0-be97-1ce94b3ac718" providerId="ADAL" clId="{03254EDA-CEAC-4933-8F7A-D9C3187E3B2E}" dt="2026-10-06T22:52:13.838" v="1773" actId="14100"/>
          <ac:spMkLst>
            <pc:docMk/>
            <pc:sldMk cId="0" sldId="267"/>
            <ac:spMk id="2" creationId="{00000000-0000-0000-0000-000000000000}"/>
          </ac:spMkLst>
        </pc:spChg>
        <pc:spChg chg="add del mod">
          <ac:chgData name="Koh, Matthew" userId="447f0778-840e-4cb0-be97-1ce94b3ac718" providerId="ADAL" clId="{03254EDA-CEAC-4933-8F7A-D9C3187E3B2E}" dt="2026-10-06T22:52:40.829" v="1780" actId="478"/>
          <ac:spMkLst>
            <pc:docMk/>
            <pc:sldMk cId="0" sldId="267"/>
            <ac:spMk id="34" creationId="{A54B1F5B-EB35-15FE-7BDE-0F8F53606B36}"/>
          </ac:spMkLst>
        </pc:spChg>
        <pc:picChg chg="add del mod">
          <ac:chgData name="Koh, Matthew" userId="447f0778-840e-4cb0-be97-1ce94b3ac718" providerId="ADAL" clId="{03254EDA-CEAC-4933-8F7A-D9C3187E3B2E}" dt="2026-10-06T22:49:40.303" v="1765" actId="478"/>
          <ac:picMkLst>
            <pc:docMk/>
            <pc:sldMk cId="0" sldId="267"/>
            <ac:picMk id="31" creationId="{0295532C-3C4A-9283-B8A6-166170F405E4}"/>
          </ac:picMkLst>
        </pc:picChg>
        <pc:picChg chg="add del mod">
          <ac:chgData name="Koh, Matthew" userId="447f0778-840e-4cb0-be97-1ce94b3ac718" providerId="ADAL" clId="{03254EDA-CEAC-4933-8F7A-D9C3187E3B2E}" dt="2026-10-06T23:41:02.985" v="1803" actId="478"/>
          <ac:picMkLst>
            <pc:docMk/>
            <pc:sldMk cId="0" sldId="267"/>
            <ac:picMk id="33" creationId="{3C795CBB-503B-47DD-FFC5-C768DC708A6B}"/>
          </ac:picMkLst>
        </pc:picChg>
        <pc:picChg chg="add mod">
          <ac:chgData name="Koh, Matthew" userId="447f0778-840e-4cb0-be97-1ce94b3ac718" providerId="ADAL" clId="{03254EDA-CEAC-4933-8F7A-D9C3187E3B2E}" dt="2026-10-06T23:41:57.232" v="1810" actId="1076"/>
          <ac:picMkLst>
            <pc:docMk/>
            <pc:sldMk cId="0" sldId="267"/>
            <ac:picMk id="36" creationId="{3FC708C9-B57A-D786-9631-BFF26C460A5A}"/>
          </ac:picMkLst>
        </pc:picChg>
      </pc:sldChg>
      <pc:sldChg chg="mod modShow">
        <pc:chgData name="Koh, Matthew" userId="447f0778-840e-4cb0-be97-1ce94b3ac718" providerId="ADAL" clId="{03254EDA-CEAC-4933-8F7A-D9C3187E3B2E}" dt="2026-10-07T00:02:52.020" v="1827" actId="34476"/>
        <pc:sldMkLst>
          <pc:docMk/>
          <pc:sldMk cId="0" sldId="270"/>
        </pc:sldMkLst>
      </pc:sldChg>
      <pc:sldChg chg="mod modShow">
        <pc:chgData name="Koh, Matthew" userId="447f0778-840e-4cb0-be97-1ce94b3ac718" providerId="ADAL" clId="{03254EDA-CEAC-4933-8F7A-D9C3187E3B2E}" dt="2026-10-07T00:02:52.020" v="1827" actId="34476"/>
        <pc:sldMkLst>
          <pc:docMk/>
          <pc:sldMk cId="0" sldId="271"/>
        </pc:sldMkLst>
      </pc:sldChg>
      <pc:sldChg chg="mod modShow">
        <pc:chgData name="Koh, Matthew" userId="447f0778-840e-4cb0-be97-1ce94b3ac718" providerId="ADAL" clId="{03254EDA-CEAC-4933-8F7A-D9C3187E3B2E}" dt="2026-10-07T00:02:52.020" v="1827" actId="34476"/>
        <pc:sldMkLst>
          <pc:docMk/>
          <pc:sldMk cId="0" sldId="272"/>
        </pc:sldMkLst>
      </pc:sldChg>
      <pc:sldChg chg="mod modShow">
        <pc:chgData name="Koh, Matthew" userId="447f0778-840e-4cb0-be97-1ce94b3ac718" providerId="ADAL" clId="{03254EDA-CEAC-4933-8F7A-D9C3187E3B2E}" dt="2026-10-07T00:02:52.020" v="1827" actId="34476"/>
        <pc:sldMkLst>
          <pc:docMk/>
          <pc:sldMk cId="0" sldId="273"/>
        </pc:sldMkLst>
      </pc:sldChg>
      <pc:sldChg chg="mod modShow">
        <pc:chgData name="Koh, Matthew" userId="447f0778-840e-4cb0-be97-1ce94b3ac718" providerId="ADAL" clId="{03254EDA-CEAC-4933-8F7A-D9C3187E3B2E}" dt="2026-10-07T00:02:52.020" v="1827" actId="34476"/>
        <pc:sldMkLst>
          <pc:docMk/>
          <pc:sldMk cId="0" sldId="274"/>
        </pc:sldMkLst>
      </pc:sldChg>
      <pc:sldChg chg="mod modShow">
        <pc:chgData name="Koh, Matthew" userId="447f0778-840e-4cb0-be97-1ce94b3ac718" providerId="ADAL" clId="{03254EDA-CEAC-4933-8F7A-D9C3187E3B2E}" dt="2026-10-07T00:02:52.020" v="1827" actId="34476"/>
        <pc:sldMkLst>
          <pc:docMk/>
          <pc:sldMk cId="0" sldId="275"/>
        </pc:sldMkLst>
      </pc:sldChg>
      <pc:sldChg chg="mod modShow">
        <pc:chgData name="Koh, Matthew" userId="447f0778-840e-4cb0-be97-1ce94b3ac718" providerId="ADAL" clId="{03254EDA-CEAC-4933-8F7A-D9C3187E3B2E}" dt="2026-10-07T00:02:52.020" v="1827" actId="34476"/>
        <pc:sldMkLst>
          <pc:docMk/>
          <pc:sldMk cId="0" sldId="276"/>
        </pc:sldMkLst>
      </pc:sldChg>
      <pc:sldChg chg="mod modShow">
        <pc:chgData name="Koh, Matthew" userId="447f0778-840e-4cb0-be97-1ce94b3ac718" providerId="ADAL" clId="{03254EDA-CEAC-4933-8F7A-D9C3187E3B2E}" dt="2026-10-07T00:02:52.020" v="1827" actId="34476"/>
        <pc:sldMkLst>
          <pc:docMk/>
          <pc:sldMk cId="0" sldId="277"/>
        </pc:sldMkLst>
      </pc:sldChg>
      <pc:sldChg chg="mod modShow">
        <pc:chgData name="Koh, Matthew" userId="447f0778-840e-4cb0-be97-1ce94b3ac718" providerId="ADAL" clId="{03254EDA-CEAC-4933-8F7A-D9C3187E3B2E}" dt="2026-10-07T00:02:52.020" v="1827" actId="34476"/>
        <pc:sldMkLst>
          <pc:docMk/>
          <pc:sldMk cId="0" sldId="278"/>
        </pc:sldMkLst>
      </pc:sldChg>
      <pc:sldChg chg="mod modShow">
        <pc:chgData name="Koh, Matthew" userId="447f0778-840e-4cb0-be97-1ce94b3ac718" providerId="ADAL" clId="{03254EDA-CEAC-4933-8F7A-D9C3187E3B2E}" dt="2026-10-07T00:02:52.020" v="1827" actId="34476"/>
        <pc:sldMkLst>
          <pc:docMk/>
          <pc:sldMk cId="0" sldId="279"/>
        </pc:sldMkLst>
      </pc:sldChg>
      <pc:sldChg chg="mod modShow">
        <pc:chgData name="Koh, Matthew" userId="447f0778-840e-4cb0-be97-1ce94b3ac718" providerId="ADAL" clId="{03254EDA-CEAC-4933-8F7A-D9C3187E3B2E}" dt="2026-10-07T00:02:52.020" v="1827" actId="34476"/>
        <pc:sldMkLst>
          <pc:docMk/>
          <pc:sldMk cId="0" sldId="280"/>
        </pc:sldMkLst>
      </pc:sldChg>
      <pc:sldChg chg="mod modShow">
        <pc:chgData name="Koh, Matthew" userId="447f0778-840e-4cb0-be97-1ce94b3ac718" providerId="ADAL" clId="{03254EDA-CEAC-4933-8F7A-D9C3187E3B2E}" dt="2026-10-07T00:02:52.020" v="1827" actId="34476"/>
        <pc:sldMkLst>
          <pc:docMk/>
          <pc:sldMk cId="0" sldId="281"/>
        </pc:sldMkLst>
      </pc:sldChg>
      <pc:sldChg chg="mod modShow">
        <pc:chgData name="Koh, Matthew" userId="447f0778-840e-4cb0-be97-1ce94b3ac718" providerId="ADAL" clId="{03254EDA-CEAC-4933-8F7A-D9C3187E3B2E}" dt="2026-10-07T00:02:52.020" v="1827" actId="34476"/>
        <pc:sldMkLst>
          <pc:docMk/>
          <pc:sldMk cId="0" sldId="282"/>
        </pc:sldMkLst>
      </pc:sldChg>
      <pc:sldChg chg="mod modShow">
        <pc:chgData name="Koh, Matthew" userId="447f0778-840e-4cb0-be97-1ce94b3ac718" providerId="ADAL" clId="{03254EDA-CEAC-4933-8F7A-D9C3187E3B2E}" dt="2026-10-07T00:02:52.020" v="1827" actId="34476"/>
        <pc:sldMkLst>
          <pc:docMk/>
          <pc:sldMk cId="0" sldId="283"/>
        </pc:sldMkLst>
      </pc:sldChg>
      <pc:sldChg chg="mod modShow">
        <pc:chgData name="Koh, Matthew" userId="447f0778-840e-4cb0-be97-1ce94b3ac718" providerId="ADAL" clId="{03254EDA-CEAC-4933-8F7A-D9C3187E3B2E}" dt="2026-10-07T00:02:52.020" v="1827" actId="34476"/>
        <pc:sldMkLst>
          <pc:docMk/>
          <pc:sldMk cId="0" sldId="284"/>
        </pc:sldMkLst>
      </pc:sldChg>
      <pc:sldChg chg="mod modShow">
        <pc:chgData name="Koh, Matthew" userId="447f0778-840e-4cb0-be97-1ce94b3ac718" providerId="ADAL" clId="{03254EDA-CEAC-4933-8F7A-D9C3187E3B2E}" dt="2026-10-07T00:02:52.020" v="1827" actId="34476"/>
        <pc:sldMkLst>
          <pc:docMk/>
          <pc:sldMk cId="0" sldId="285"/>
        </pc:sldMkLst>
      </pc:sldChg>
      <pc:sldChg chg="mod modShow">
        <pc:chgData name="Koh, Matthew" userId="447f0778-840e-4cb0-be97-1ce94b3ac718" providerId="ADAL" clId="{03254EDA-CEAC-4933-8F7A-D9C3187E3B2E}" dt="2026-10-07T00:02:52.020" v="1827" actId="34476"/>
        <pc:sldMkLst>
          <pc:docMk/>
          <pc:sldMk cId="0" sldId="286"/>
        </pc:sldMkLst>
      </pc:sldChg>
      <pc:sldChg chg="mod modShow">
        <pc:chgData name="Koh, Matthew" userId="447f0778-840e-4cb0-be97-1ce94b3ac718" providerId="ADAL" clId="{03254EDA-CEAC-4933-8F7A-D9C3187E3B2E}" dt="2026-10-07T00:02:52.020" v="1827" actId="34476"/>
        <pc:sldMkLst>
          <pc:docMk/>
          <pc:sldMk cId="0" sldId="287"/>
        </pc:sldMkLst>
      </pc:sldChg>
      <pc:sldChg chg="mod modShow">
        <pc:chgData name="Koh, Matthew" userId="447f0778-840e-4cb0-be97-1ce94b3ac718" providerId="ADAL" clId="{03254EDA-CEAC-4933-8F7A-D9C3187E3B2E}" dt="2026-10-07T00:02:52.020" v="1827" actId="34476"/>
        <pc:sldMkLst>
          <pc:docMk/>
          <pc:sldMk cId="0" sldId="288"/>
        </pc:sldMkLst>
      </pc:sldChg>
      <pc:sldChg chg="mod modShow">
        <pc:chgData name="Koh, Matthew" userId="447f0778-840e-4cb0-be97-1ce94b3ac718" providerId="ADAL" clId="{03254EDA-CEAC-4933-8F7A-D9C3187E3B2E}" dt="2026-10-07T00:02:52.020" v="1827" actId="34476"/>
        <pc:sldMkLst>
          <pc:docMk/>
          <pc:sldMk cId="0" sldId="289"/>
        </pc:sldMkLst>
      </pc:sldChg>
      <pc:sldChg chg="mod modShow">
        <pc:chgData name="Koh, Matthew" userId="447f0778-840e-4cb0-be97-1ce94b3ac718" providerId="ADAL" clId="{03254EDA-CEAC-4933-8F7A-D9C3187E3B2E}" dt="2026-10-07T00:02:52.020" v="1827" actId="34476"/>
        <pc:sldMkLst>
          <pc:docMk/>
          <pc:sldMk cId="0" sldId="290"/>
        </pc:sldMkLst>
      </pc:sldChg>
      <pc:sldChg chg="mod modShow">
        <pc:chgData name="Koh, Matthew" userId="447f0778-840e-4cb0-be97-1ce94b3ac718" providerId="ADAL" clId="{03254EDA-CEAC-4933-8F7A-D9C3187E3B2E}" dt="2026-10-07T00:02:52.020" v="1827" actId="34476"/>
        <pc:sldMkLst>
          <pc:docMk/>
          <pc:sldMk cId="0" sldId="291"/>
        </pc:sldMkLst>
      </pc:sldChg>
      <pc:sldChg chg="mod modShow">
        <pc:chgData name="Koh, Matthew" userId="447f0778-840e-4cb0-be97-1ce94b3ac718" providerId="ADAL" clId="{03254EDA-CEAC-4933-8F7A-D9C3187E3B2E}" dt="2026-10-07T00:02:52.020" v="1827" actId="34476"/>
        <pc:sldMkLst>
          <pc:docMk/>
          <pc:sldMk cId="0" sldId="292"/>
        </pc:sldMkLst>
      </pc:sldChg>
      <pc:sldChg chg="mod modShow">
        <pc:chgData name="Koh, Matthew" userId="447f0778-840e-4cb0-be97-1ce94b3ac718" providerId="ADAL" clId="{03254EDA-CEAC-4933-8F7A-D9C3187E3B2E}" dt="2026-10-07T00:02:52.020" v="1827" actId="34476"/>
        <pc:sldMkLst>
          <pc:docMk/>
          <pc:sldMk cId="0" sldId="293"/>
        </pc:sldMkLst>
      </pc:sldChg>
      <pc:sldChg chg="mod modShow">
        <pc:chgData name="Koh, Matthew" userId="447f0778-840e-4cb0-be97-1ce94b3ac718" providerId="ADAL" clId="{03254EDA-CEAC-4933-8F7A-D9C3187E3B2E}" dt="2026-10-07T00:02:52.020" v="1827" actId="34476"/>
        <pc:sldMkLst>
          <pc:docMk/>
          <pc:sldMk cId="0" sldId="294"/>
        </pc:sldMkLst>
      </pc:sldChg>
      <pc:sldChg chg="mod modShow">
        <pc:chgData name="Koh, Matthew" userId="447f0778-840e-4cb0-be97-1ce94b3ac718" providerId="ADAL" clId="{03254EDA-CEAC-4933-8F7A-D9C3187E3B2E}" dt="2026-10-07T00:02:52.020" v="1827" actId="34476"/>
        <pc:sldMkLst>
          <pc:docMk/>
          <pc:sldMk cId="0" sldId="295"/>
        </pc:sldMkLst>
      </pc:sldChg>
      <pc:sldChg chg="mod modShow">
        <pc:chgData name="Koh, Matthew" userId="447f0778-840e-4cb0-be97-1ce94b3ac718" providerId="ADAL" clId="{03254EDA-CEAC-4933-8F7A-D9C3187E3B2E}" dt="2026-10-07T00:02:52.020" v="1827" actId="34476"/>
        <pc:sldMkLst>
          <pc:docMk/>
          <pc:sldMk cId="0" sldId="296"/>
        </pc:sldMkLst>
      </pc:sldChg>
      <pc:sldChg chg="mod modShow">
        <pc:chgData name="Koh, Matthew" userId="447f0778-840e-4cb0-be97-1ce94b3ac718" providerId="ADAL" clId="{03254EDA-CEAC-4933-8F7A-D9C3187E3B2E}" dt="2026-10-07T00:02:52.020" v="1827" actId="34476"/>
        <pc:sldMkLst>
          <pc:docMk/>
          <pc:sldMk cId="0" sldId="297"/>
        </pc:sldMkLst>
      </pc:sldChg>
      <pc:sldChg chg="mod modShow">
        <pc:chgData name="Koh, Matthew" userId="447f0778-840e-4cb0-be97-1ce94b3ac718" providerId="ADAL" clId="{03254EDA-CEAC-4933-8F7A-D9C3187E3B2E}" dt="2026-10-07T00:02:52.020" v="1827" actId="34476"/>
        <pc:sldMkLst>
          <pc:docMk/>
          <pc:sldMk cId="0" sldId="298"/>
        </pc:sldMkLst>
      </pc:sldChg>
      <pc:sldChg chg="mod modShow">
        <pc:chgData name="Koh, Matthew" userId="447f0778-840e-4cb0-be97-1ce94b3ac718" providerId="ADAL" clId="{03254EDA-CEAC-4933-8F7A-D9C3187E3B2E}" dt="2026-10-07T00:02:52.020" v="1827" actId="34476"/>
        <pc:sldMkLst>
          <pc:docMk/>
          <pc:sldMk cId="0" sldId="299"/>
        </pc:sldMkLst>
      </pc:sldChg>
      <pc:sldChg chg="mod modShow">
        <pc:chgData name="Koh, Matthew" userId="447f0778-840e-4cb0-be97-1ce94b3ac718" providerId="ADAL" clId="{03254EDA-CEAC-4933-8F7A-D9C3187E3B2E}" dt="2026-10-07T00:02:52.020" v="1827" actId="34476"/>
        <pc:sldMkLst>
          <pc:docMk/>
          <pc:sldMk cId="0" sldId="300"/>
        </pc:sldMkLst>
      </pc:sldChg>
      <pc:sldChg chg="mod modShow">
        <pc:chgData name="Koh, Matthew" userId="447f0778-840e-4cb0-be97-1ce94b3ac718" providerId="ADAL" clId="{03254EDA-CEAC-4933-8F7A-D9C3187E3B2E}" dt="2026-10-07T00:02:52.020" v="1827" actId="34476"/>
        <pc:sldMkLst>
          <pc:docMk/>
          <pc:sldMk cId="0" sldId="301"/>
        </pc:sldMkLst>
      </pc:sldChg>
      <pc:sldChg chg="mod modShow">
        <pc:chgData name="Koh, Matthew" userId="447f0778-840e-4cb0-be97-1ce94b3ac718" providerId="ADAL" clId="{03254EDA-CEAC-4933-8F7A-D9C3187E3B2E}" dt="2026-10-07T00:02:52.020" v="1827" actId="34476"/>
        <pc:sldMkLst>
          <pc:docMk/>
          <pc:sldMk cId="0" sldId="302"/>
        </pc:sldMkLst>
      </pc:sldChg>
      <pc:sldChg chg="mod modShow">
        <pc:chgData name="Koh, Matthew" userId="447f0778-840e-4cb0-be97-1ce94b3ac718" providerId="ADAL" clId="{03254EDA-CEAC-4933-8F7A-D9C3187E3B2E}" dt="2026-10-07T00:02:52.020" v="1827" actId="34476"/>
        <pc:sldMkLst>
          <pc:docMk/>
          <pc:sldMk cId="0" sldId="303"/>
        </pc:sldMkLst>
      </pc:sldChg>
      <pc:sldChg chg="mod modShow">
        <pc:chgData name="Koh, Matthew" userId="447f0778-840e-4cb0-be97-1ce94b3ac718" providerId="ADAL" clId="{03254EDA-CEAC-4933-8F7A-D9C3187E3B2E}" dt="2026-10-07T00:02:52.020" v="1827" actId="34476"/>
        <pc:sldMkLst>
          <pc:docMk/>
          <pc:sldMk cId="0" sldId="304"/>
        </pc:sldMkLst>
      </pc:sldChg>
      <pc:sldChg chg="mod modShow">
        <pc:chgData name="Koh, Matthew" userId="447f0778-840e-4cb0-be97-1ce94b3ac718" providerId="ADAL" clId="{03254EDA-CEAC-4933-8F7A-D9C3187E3B2E}" dt="2026-10-07T00:02:52.020" v="1827" actId="34476"/>
        <pc:sldMkLst>
          <pc:docMk/>
          <pc:sldMk cId="0" sldId="305"/>
        </pc:sldMkLst>
      </pc:sldChg>
      <pc:sldChg chg="mod modShow">
        <pc:chgData name="Koh, Matthew" userId="447f0778-840e-4cb0-be97-1ce94b3ac718" providerId="ADAL" clId="{03254EDA-CEAC-4933-8F7A-D9C3187E3B2E}" dt="2026-10-07T00:02:52.020" v="1827" actId="34476"/>
        <pc:sldMkLst>
          <pc:docMk/>
          <pc:sldMk cId="0" sldId="306"/>
        </pc:sldMkLst>
      </pc:sldChg>
      <pc:sldChg chg="mod modShow">
        <pc:chgData name="Koh, Matthew" userId="447f0778-840e-4cb0-be97-1ce94b3ac718" providerId="ADAL" clId="{03254EDA-CEAC-4933-8F7A-D9C3187E3B2E}" dt="2026-10-07T00:02:52.020" v="1827" actId="34476"/>
        <pc:sldMkLst>
          <pc:docMk/>
          <pc:sldMk cId="0" sldId="307"/>
        </pc:sldMkLst>
      </pc:sldChg>
      <pc:sldChg chg="mod modShow">
        <pc:chgData name="Koh, Matthew" userId="447f0778-840e-4cb0-be97-1ce94b3ac718" providerId="ADAL" clId="{03254EDA-CEAC-4933-8F7A-D9C3187E3B2E}" dt="2026-10-07T00:02:52.020" v="1827" actId="34476"/>
        <pc:sldMkLst>
          <pc:docMk/>
          <pc:sldMk cId="0" sldId="308"/>
        </pc:sldMkLst>
      </pc:sldChg>
      <pc:sldChg chg="mod modShow">
        <pc:chgData name="Koh, Matthew" userId="447f0778-840e-4cb0-be97-1ce94b3ac718" providerId="ADAL" clId="{03254EDA-CEAC-4933-8F7A-D9C3187E3B2E}" dt="2026-10-07T00:02:52.020" v="1827" actId="34476"/>
        <pc:sldMkLst>
          <pc:docMk/>
          <pc:sldMk cId="0" sldId="309"/>
        </pc:sldMkLst>
      </pc:sldChg>
      <pc:sldChg chg="mod modShow">
        <pc:chgData name="Koh, Matthew" userId="447f0778-840e-4cb0-be97-1ce94b3ac718" providerId="ADAL" clId="{03254EDA-CEAC-4933-8F7A-D9C3187E3B2E}" dt="2026-10-07T00:02:52.020" v="1827" actId="34476"/>
        <pc:sldMkLst>
          <pc:docMk/>
          <pc:sldMk cId="0" sldId="310"/>
        </pc:sldMkLst>
      </pc:sldChg>
      <pc:sldChg chg="mod modShow">
        <pc:chgData name="Koh, Matthew" userId="447f0778-840e-4cb0-be97-1ce94b3ac718" providerId="ADAL" clId="{03254EDA-CEAC-4933-8F7A-D9C3187E3B2E}" dt="2026-10-07T00:02:52.020" v="1827" actId="34476"/>
        <pc:sldMkLst>
          <pc:docMk/>
          <pc:sldMk cId="0" sldId="311"/>
        </pc:sldMkLst>
      </pc:sldChg>
      <pc:sldChg chg="mod modShow">
        <pc:chgData name="Koh, Matthew" userId="447f0778-840e-4cb0-be97-1ce94b3ac718" providerId="ADAL" clId="{03254EDA-CEAC-4933-8F7A-D9C3187E3B2E}" dt="2026-10-07T00:02:52.020" v="1827" actId="34476"/>
        <pc:sldMkLst>
          <pc:docMk/>
          <pc:sldMk cId="0" sldId="312"/>
        </pc:sldMkLst>
      </pc:sldChg>
      <pc:sldChg chg="mod modShow">
        <pc:chgData name="Koh, Matthew" userId="447f0778-840e-4cb0-be97-1ce94b3ac718" providerId="ADAL" clId="{03254EDA-CEAC-4933-8F7A-D9C3187E3B2E}" dt="2026-10-07T00:02:52.020" v="1827" actId="34476"/>
        <pc:sldMkLst>
          <pc:docMk/>
          <pc:sldMk cId="0" sldId="313"/>
        </pc:sldMkLst>
      </pc:sldChg>
      <pc:sldChg chg="mod modShow">
        <pc:chgData name="Koh, Matthew" userId="447f0778-840e-4cb0-be97-1ce94b3ac718" providerId="ADAL" clId="{03254EDA-CEAC-4933-8F7A-D9C3187E3B2E}" dt="2026-10-07T00:02:52.020" v="1827" actId="34476"/>
        <pc:sldMkLst>
          <pc:docMk/>
          <pc:sldMk cId="0" sldId="314"/>
        </pc:sldMkLst>
      </pc:sldChg>
      <pc:sldChg chg="mod modShow">
        <pc:chgData name="Koh, Matthew" userId="447f0778-840e-4cb0-be97-1ce94b3ac718" providerId="ADAL" clId="{03254EDA-CEAC-4933-8F7A-D9C3187E3B2E}" dt="2026-10-07T00:02:52.020" v="1827" actId="34476"/>
        <pc:sldMkLst>
          <pc:docMk/>
          <pc:sldMk cId="0" sldId="315"/>
        </pc:sldMkLst>
      </pc:sldChg>
      <pc:sldChg chg="mod modShow">
        <pc:chgData name="Koh, Matthew" userId="447f0778-840e-4cb0-be97-1ce94b3ac718" providerId="ADAL" clId="{03254EDA-CEAC-4933-8F7A-D9C3187E3B2E}" dt="2026-10-07T00:02:52.020" v="1827" actId="34476"/>
        <pc:sldMkLst>
          <pc:docMk/>
          <pc:sldMk cId="0" sldId="316"/>
        </pc:sldMkLst>
      </pc:sldChg>
      <pc:sldChg chg="mod modShow">
        <pc:chgData name="Koh, Matthew" userId="447f0778-840e-4cb0-be97-1ce94b3ac718" providerId="ADAL" clId="{03254EDA-CEAC-4933-8F7A-D9C3187E3B2E}" dt="2026-10-07T00:02:52.020" v="1827" actId="34476"/>
        <pc:sldMkLst>
          <pc:docMk/>
          <pc:sldMk cId="0" sldId="317"/>
        </pc:sldMkLst>
      </pc:sldChg>
      <pc:sldChg chg="mod modShow">
        <pc:chgData name="Koh, Matthew" userId="447f0778-840e-4cb0-be97-1ce94b3ac718" providerId="ADAL" clId="{03254EDA-CEAC-4933-8F7A-D9C3187E3B2E}" dt="2026-10-07T00:02:52.020" v="1827" actId="34476"/>
        <pc:sldMkLst>
          <pc:docMk/>
          <pc:sldMk cId="0" sldId="318"/>
        </pc:sldMkLst>
      </pc:sldChg>
      <pc:sldChg chg="mod modShow">
        <pc:chgData name="Koh, Matthew" userId="447f0778-840e-4cb0-be97-1ce94b3ac718" providerId="ADAL" clId="{03254EDA-CEAC-4933-8F7A-D9C3187E3B2E}" dt="2026-10-07T00:02:52.020" v="1827" actId="34476"/>
        <pc:sldMkLst>
          <pc:docMk/>
          <pc:sldMk cId="0" sldId="319"/>
        </pc:sldMkLst>
      </pc:sldChg>
      <pc:sldChg chg="mod modShow">
        <pc:chgData name="Koh, Matthew" userId="447f0778-840e-4cb0-be97-1ce94b3ac718" providerId="ADAL" clId="{03254EDA-CEAC-4933-8F7A-D9C3187E3B2E}" dt="2026-10-07T00:02:52.020" v="1827" actId="34476"/>
        <pc:sldMkLst>
          <pc:docMk/>
          <pc:sldMk cId="0" sldId="320"/>
        </pc:sldMkLst>
      </pc:sldChg>
      <pc:sldChg chg="mod modShow">
        <pc:chgData name="Koh, Matthew" userId="447f0778-840e-4cb0-be97-1ce94b3ac718" providerId="ADAL" clId="{03254EDA-CEAC-4933-8F7A-D9C3187E3B2E}" dt="2026-10-07T00:02:52.020" v="1827" actId="34476"/>
        <pc:sldMkLst>
          <pc:docMk/>
          <pc:sldMk cId="0" sldId="321"/>
        </pc:sldMkLst>
      </pc:sldChg>
      <pc:sldChg chg="mod modShow">
        <pc:chgData name="Koh, Matthew" userId="447f0778-840e-4cb0-be97-1ce94b3ac718" providerId="ADAL" clId="{03254EDA-CEAC-4933-8F7A-D9C3187E3B2E}" dt="2026-10-07T00:02:52.020" v="1827" actId="34476"/>
        <pc:sldMkLst>
          <pc:docMk/>
          <pc:sldMk cId="0" sldId="322"/>
        </pc:sldMkLst>
      </pc:sldChg>
      <pc:sldChg chg="mod modShow">
        <pc:chgData name="Koh, Matthew" userId="447f0778-840e-4cb0-be97-1ce94b3ac718" providerId="ADAL" clId="{03254EDA-CEAC-4933-8F7A-D9C3187E3B2E}" dt="2026-10-07T00:02:52.020" v="1827" actId="34476"/>
        <pc:sldMkLst>
          <pc:docMk/>
          <pc:sldMk cId="0" sldId="323"/>
        </pc:sldMkLst>
      </pc:sldChg>
      <pc:sldChg chg="mod modShow">
        <pc:chgData name="Koh, Matthew" userId="447f0778-840e-4cb0-be97-1ce94b3ac718" providerId="ADAL" clId="{03254EDA-CEAC-4933-8F7A-D9C3187E3B2E}" dt="2026-10-07T00:02:52.020" v="1827" actId="34476"/>
        <pc:sldMkLst>
          <pc:docMk/>
          <pc:sldMk cId="0" sldId="324"/>
        </pc:sldMkLst>
      </pc:sldChg>
      <pc:sldChg chg="mod modShow">
        <pc:chgData name="Koh, Matthew" userId="447f0778-840e-4cb0-be97-1ce94b3ac718" providerId="ADAL" clId="{03254EDA-CEAC-4933-8F7A-D9C3187E3B2E}" dt="2026-10-07T00:02:52.020" v="1827" actId="34476"/>
        <pc:sldMkLst>
          <pc:docMk/>
          <pc:sldMk cId="0" sldId="325"/>
        </pc:sldMkLst>
      </pc:sldChg>
      <pc:sldChg chg="mod modShow">
        <pc:chgData name="Koh, Matthew" userId="447f0778-840e-4cb0-be97-1ce94b3ac718" providerId="ADAL" clId="{03254EDA-CEAC-4933-8F7A-D9C3187E3B2E}" dt="2026-10-07T00:02:52.020" v="1827" actId="34476"/>
        <pc:sldMkLst>
          <pc:docMk/>
          <pc:sldMk cId="0" sldId="326"/>
        </pc:sldMkLst>
      </pc:sldChg>
      <pc:sldChg chg="mod modShow">
        <pc:chgData name="Koh, Matthew" userId="447f0778-840e-4cb0-be97-1ce94b3ac718" providerId="ADAL" clId="{03254EDA-CEAC-4933-8F7A-D9C3187E3B2E}" dt="2026-10-07T00:02:52.020" v="1827" actId="34476"/>
        <pc:sldMkLst>
          <pc:docMk/>
          <pc:sldMk cId="0" sldId="327"/>
        </pc:sldMkLst>
      </pc:sldChg>
      <pc:sldChg chg="mod modShow">
        <pc:chgData name="Koh, Matthew" userId="447f0778-840e-4cb0-be97-1ce94b3ac718" providerId="ADAL" clId="{03254EDA-CEAC-4933-8F7A-D9C3187E3B2E}" dt="2026-10-07T00:02:52.020" v="1827" actId="34476"/>
        <pc:sldMkLst>
          <pc:docMk/>
          <pc:sldMk cId="0" sldId="328"/>
        </pc:sldMkLst>
      </pc:sldChg>
      <pc:sldChg chg="mod modShow">
        <pc:chgData name="Koh, Matthew" userId="447f0778-840e-4cb0-be97-1ce94b3ac718" providerId="ADAL" clId="{03254EDA-CEAC-4933-8F7A-D9C3187E3B2E}" dt="2026-10-07T00:02:52.020" v="1827" actId="34476"/>
        <pc:sldMkLst>
          <pc:docMk/>
          <pc:sldMk cId="0" sldId="329"/>
        </pc:sldMkLst>
      </pc:sldChg>
      <pc:sldChg chg="mod modShow">
        <pc:chgData name="Koh, Matthew" userId="447f0778-840e-4cb0-be97-1ce94b3ac718" providerId="ADAL" clId="{03254EDA-CEAC-4933-8F7A-D9C3187E3B2E}" dt="2026-10-07T00:02:52.020" v="1827" actId="34476"/>
        <pc:sldMkLst>
          <pc:docMk/>
          <pc:sldMk cId="0" sldId="330"/>
        </pc:sldMkLst>
      </pc:sldChg>
      <pc:sldChg chg="mod modShow">
        <pc:chgData name="Koh, Matthew" userId="447f0778-840e-4cb0-be97-1ce94b3ac718" providerId="ADAL" clId="{03254EDA-CEAC-4933-8F7A-D9C3187E3B2E}" dt="2026-10-07T00:02:52.020" v="1827" actId="34476"/>
        <pc:sldMkLst>
          <pc:docMk/>
          <pc:sldMk cId="0" sldId="331"/>
        </pc:sldMkLst>
      </pc:sldChg>
      <pc:sldChg chg="mod modShow">
        <pc:chgData name="Koh, Matthew" userId="447f0778-840e-4cb0-be97-1ce94b3ac718" providerId="ADAL" clId="{03254EDA-CEAC-4933-8F7A-D9C3187E3B2E}" dt="2026-10-07T00:02:52.020" v="1827" actId="34476"/>
        <pc:sldMkLst>
          <pc:docMk/>
          <pc:sldMk cId="0" sldId="332"/>
        </pc:sldMkLst>
      </pc:sldChg>
      <pc:sldChg chg="mod modShow">
        <pc:chgData name="Koh, Matthew" userId="447f0778-840e-4cb0-be97-1ce94b3ac718" providerId="ADAL" clId="{03254EDA-CEAC-4933-8F7A-D9C3187E3B2E}" dt="2026-10-07T00:02:52.020" v="1827" actId="34476"/>
        <pc:sldMkLst>
          <pc:docMk/>
          <pc:sldMk cId="0" sldId="333"/>
        </pc:sldMkLst>
      </pc:sldChg>
      <pc:sldChg chg="mod modShow">
        <pc:chgData name="Koh, Matthew" userId="447f0778-840e-4cb0-be97-1ce94b3ac718" providerId="ADAL" clId="{03254EDA-CEAC-4933-8F7A-D9C3187E3B2E}" dt="2026-10-07T00:02:52.020" v="1827" actId="34476"/>
        <pc:sldMkLst>
          <pc:docMk/>
          <pc:sldMk cId="0" sldId="334"/>
        </pc:sldMkLst>
      </pc:sldChg>
      <pc:sldChg chg="mod modShow">
        <pc:chgData name="Koh, Matthew" userId="447f0778-840e-4cb0-be97-1ce94b3ac718" providerId="ADAL" clId="{03254EDA-CEAC-4933-8F7A-D9C3187E3B2E}" dt="2026-10-07T00:02:52.020" v="1827" actId="34476"/>
        <pc:sldMkLst>
          <pc:docMk/>
          <pc:sldMk cId="0" sldId="335"/>
        </pc:sldMkLst>
      </pc:sldChg>
      <pc:sldChg chg="mod modShow">
        <pc:chgData name="Koh, Matthew" userId="447f0778-840e-4cb0-be97-1ce94b3ac718" providerId="ADAL" clId="{03254EDA-CEAC-4933-8F7A-D9C3187E3B2E}" dt="2026-10-07T00:02:52.020" v="1827" actId="34476"/>
        <pc:sldMkLst>
          <pc:docMk/>
          <pc:sldMk cId="0" sldId="336"/>
        </pc:sldMkLst>
      </pc:sldChg>
      <pc:sldChg chg="mod modShow">
        <pc:chgData name="Koh, Matthew" userId="447f0778-840e-4cb0-be97-1ce94b3ac718" providerId="ADAL" clId="{03254EDA-CEAC-4933-8F7A-D9C3187E3B2E}" dt="2026-10-07T00:02:52.020" v="1827" actId="34476"/>
        <pc:sldMkLst>
          <pc:docMk/>
          <pc:sldMk cId="0" sldId="337"/>
        </pc:sldMkLst>
      </pc:sldChg>
      <pc:sldChg chg="mod modShow">
        <pc:chgData name="Koh, Matthew" userId="447f0778-840e-4cb0-be97-1ce94b3ac718" providerId="ADAL" clId="{03254EDA-CEAC-4933-8F7A-D9C3187E3B2E}" dt="2026-10-07T00:02:52.020" v="1827" actId="34476"/>
        <pc:sldMkLst>
          <pc:docMk/>
          <pc:sldMk cId="0" sldId="338"/>
        </pc:sldMkLst>
      </pc:sldChg>
      <pc:sldChg chg="mod modShow">
        <pc:chgData name="Koh, Matthew" userId="447f0778-840e-4cb0-be97-1ce94b3ac718" providerId="ADAL" clId="{03254EDA-CEAC-4933-8F7A-D9C3187E3B2E}" dt="2026-10-07T00:02:52.020" v="1827" actId="34476"/>
        <pc:sldMkLst>
          <pc:docMk/>
          <pc:sldMk cId="0" sldId="339"/>
        </pc:sldMkLst>
      </pc:sldChg>
      <pc:sldChg chg="mod modShow">
        <pc:chgData name="Koh, Matthew" userId="447f0778-840e-4cb0-be97-1ce94b3ac718" providerId="ADAL" clId="{03254EDA-CEAC-4933-8F7A-D9C3187E3B2E}" dt="2026-10-07T00:02:52.020" v="1827" actId="34476"/>
        <pc:sldMkLst>
          <pc:docMk/>
          <pc:sldMk cId="0" sldId="340"/>
        </pc:sldMkLst>
      </pc:sldChg>
      <pc:sldChg chg="mod modShow">
        <pc:chgData name="Koh, Matthew" userId="447f0778-840e-4cb0-be97-1ce94b3ac718" providerId="ADAL" clId="{03254EDA-CEAC-4933-8F7A-D9C3187E3B2E}" dt="2026-10-07T00:02:52.020" v="1827" actId="34476"/>
        <pc:sldMkLst>
          <pc:docMk/>
          <pc:sldMk cId="0" sldId="341"/>
        </pc:sldMkLst>
      </pc:sldChg>
      <pc:sldChg chg="mod modShow">
        <pc:chgData name="Koh, Matthew" userId="447f0778-840e-4cb0-be97-1ce94b3ac718" providerId="ADAL" clId="{03254EDA-CEAC-4933-8F7A-D9C3187E3B2E}" dt="2026-10-07T00:02:52.020" v="1827" actId="34476"/>
        <pc:sldMkLst>
          <pc:docMk/>
          <pc:sldMk cId="0" sldId="342"/>
        </pc:sldMkLst>
      </pc:sldChg>
      <pc:sldChg chg="mod modShow">
        <pc:chgData name="Koh, Matthew" userId="447f0778-840e-4cb0-be97-1ce94b3ac718" providerId="ADAL" clId="{03254EDA-CEAC-4933-8F7A-D9C3187E3B2E}" dt="2026-10-07T00:02:52.020" v="1827" actId="34476"/>
        <pc:sldMkLst>
          <pc:docMk/>
          <pc:sldMk cId="0" sldId="343"/>
        </pc:sldMkLst>
      </pc:sldChg>
      <pc:sldChg chg="mod modShow">
        <pc:chgData name="Koh, Matthew" userId="447f0778-840e-4cb0-be97-1ce94b3ac718" providerId="ADAL" clId="{03254EDA-CEAC-4933-8F7A-D9C3187E3B2E}" dt="2026-10-07T00:02:52.020" v="1827" actId="34476"/>
        <pc:sldMkLst>
          <pc:docMk/>
          <pc:sldMk cId="0" sldId="344"/>
        </pc:sldMkLst>
      </pc:sldChg>
      <pc:sldChg chg="mod modShow">
        <pc:chgData name="Koh, Matthew" userId="447f0778-840e-4cb0-be97-1ce94b3ac718" providerId="ADAL" clId="{03254EDA-CEAC-4933-8F7A-D9C3187E3B2E}" dt="2026-10-07T00:02:52.020" v="1827" actId="34476"/>
        <pc:sldMkLst>
          <pc:docMk/>
          <pc:sldMk cId="0" sldId="345"/>
        </pc:sldMkLst>
      </pc:sldChg>
      <pc:sldChg chg="mod modShow">
        <pc:chgData name="Koh, Matthew" userId="447f0778-840e-4cb0-be97-1ce94b3ac718" providerId="ADAL" clId="{03254EDA-CEAC-4933-8F7A-D9C3187E3B2E}" dt="2026-10-07T00:02:52.020" v="1827" actId="34476"/>
        <pc:sldMkLst>
          <pc:docMk/>
          <pc:sldMk cId="0" sldId="346"/>
        </pc:sldMkLst>
      </pc:sldChg>
      <pc:sldChg chg="mod modShow">
        <pc:chgData name="Koh, Matthew" userId="447f0778-840e-4cb0-be97-1ce94b3ac718" providerId="ADAL" clId="{03254EDA-CEAC-4933-8F7A-D9C3187E3B2E}" dt="2026-10-07T00:02:52.020" v="1827" actId="34476"/>
        <pc:sldMkLst>
          <pc:docMk/>
          <pc:sldMk cId="0" sldId="347"/>
        </pc:sldMkLst>
      </pc:sldChg>
      <pc:sldChg chg="mod modShow">
        <pc:chgData name="Koh, Matthew" userId="447f0778-840e-4cb0-be97-1ce94b3ac718" providerId="ADAL" clId="{03254EDA-CEAC-4933-8F7A-D9C3187E3B2E}" dt="2026-10-07T00:02:52.020" v="1827" actId="34476"/>
        <pc:sldMkLst>
          <pc:docMk/>
          <pc:sldMk cId="0" sldId="348"/>
        </pc:sldMkLst>
      </pc:sldChg>
      <pc:sldChg chg="mod modShow">
        <pc:chgData name="Koh, Matthew" userId="447f0778-840e-4cb0-be97-1ce94b3ac718" providerId="ADAL" clId="{03254EDA-CEAC-4933-8F7A-D9C3187E3B2E}" dt="2026-10-07T00:02:52.020" v="1827" actId="34476"/>
        <pc:sldMkLst>
          <pc:docMk/>
          <pc:sldMk cId="0" sldId="349"/>
        </pc:sldMkLst>
      </pc:sldChg>
      <pc:sldChg chg="mod modShow">
        <pc:chgData name="Koh, Matthew" userId="447f0778-840e-4cb0-be97-1ce94b3ac718" providerId="ADAL" clId="{03254EDA-CEAC-4933-8F7A-D9C3187E3B2E}" dt="2026-10-07T00:02:52.020" v="1827" actId="34476"/>
        <pc:sldMkLst>
          <pc:docMk/>
          <pc:sldMk cId="0" sldId="350"/>
        </pc:sldMkLst>
      </pc:sldChg>
      <pc:sldChg chg="mod modShow">
        <pc:chgData name="Koh, Matthew" userId="447f0778-840e-4cb0-be97-1ce94b3ac718" providerId="ADAL" clId="{03254EDA-CEAC-4933-8F7A-D9C3187E3B2E}" dt="2026-10-07T00:02:52.020" v="1827" actId="34476"/>
        <pc:sldMkLst>
          <pc:docMk/>
          <pc:sldMk cId="0" sldId="351"/>
        </pc:sldMkLst>
      </pc:sldChg>
      <pc:sldChg chg="mod modShow">
        <pc:chgData name="Koh, Matthew" userId="447f0778-840e-4cb0-be97-1ce94b3ac718" providerId="ADAL" clId="{03254EDA-CEAC-4933-8F7A-D9C3187E3B2E}" dt="2026-10-07T00:02:52.020" v="1827" actId="34476"/>
        <pc:sldMkLst>
          <pc:docMk/>
          <pc:sldMk cId="0" sldId="352"/>
        </pc:sldMkLst>
      </pc:sldChg>
      <pc:sldChg chg="mod modShow">
        <pc:chgData name="Koh, Matthew" userId="447f0778-840e-4cb0-be97-1ce94b3ac718" providerId="ADAL" clId="{03254EDA-CEAC-4933-8F7A-D9C3187E3B2E}" dt="2026-10-07T00:02:52.020" v="1827" actId="34476"/>
        <pc:sldMkLst>
          <pc:docMk/>
          <pc:sldMk cId="0" sldId="353"/>
        </pc:sldMkLst>
      </pc:sldChg>
      <pc:sldChg chg="mod modShow">
        <pc:chgData name="Koh, Matthew" userId="447f0778-840e-4cb0-be97-1ce94b3ac718" providerId="ADAL" clId="{03254EDA-CEAC-4933-8F7A-D9C3187E3B2E}" dt="2026-10-07T00:02:52.020" v="1827" actId="34476"/>
        <pc:sldMkLst>
          <pc:docMk/>
          <pc:sldMk cId="0" sldId="354"/>
        </pc:sldMkLst>
      </pc:sldChg>
      <pc:sldChg chg="mod modShow">
        <pc:chgData name="Koh, Matthew" userId="447f0778-840e-4cb0-be97-1ce94b3ac718" providerId="ADAL" clId="{03254EDA-CEAC-4933-8F7A-D9C3187E3B2E}" dt="2026-10-07T00:02:52.020" v="1827" actId="34476"/>
        <pc:sldMkLst>
          <pc:docMk/>
          <pc:sldMk cId="0" sldId="355"/>
        </pc:sldMkLst>
      </pc:sldChg>
      <pc:sldChg chg="mod modShow">
        <pc:chgData name="Koh, Matthew" userId="447f0778-840e-4cb0-be97-1ce94b3ac718" providerId="ADAL" clId="{03254EDA-CEAC-4933-8F7A-D9C3187E3B2E}" dt="2026-10-07T00:02:52.020" v="1827" actId="34476"/>
        <pc:sldMkLst>
          <pc:docMk/>
          <pc:sldMk cId="0" sldId="356"/>
        </pc:sldMkLst>
      </pc:sldChg>
      <pc:sldChg chg="mod modShow">
        <pc:chgData name="Koh, Matthew" userId="447f0778-840e-4cb0-be97-1ce94b3ac718" providerId="ADAL" clId="{03254EDA-CEAC-4933-8F7A-D9C3187E3B2E}" dt="2026-10-07T00:02:52.020" v="1827" actId="34476"/>
        <pc:sldMkLst>
          <pc:docMk/>
          <pc:sldMk cId="0" sldId="357"/>
        </pc:sldMkLst>
      </pc:sldChg>
      <pc:sldChg chg="mod modShow">
        <pc:chgData name="Koh, Matthew" userId="447f0778-840e-4cb0-be97-1ce94b3ac718" providerId="ADAL" clId="{03254EDA-CEAC-4933-8F7A-D9C3187E3B2E}" dt="2026-10-07T00:02:52.020" v="1827" actId="34476"/>
        <pc:sldMkLst>
          <pc:docMk/>
          <pc:sldMk cId="0" sldId="358"/>
        </pc:sldMkLst>
      </pc:sldChg>
      <pc:sldChg chg="mod modShow">
        <pc:chgData name="Koh, Matthew" userId="447f0778-840e-4cb0-be97-1ce94b3ac718" providerId="ADAL" clId="{03254EDA-CEAC-4933-8F7A-D9C3187E3B2E}" dt="2026-10-07T00:02:52.020" v="1827" actId="34476"/>
        <pc:sldMkLst>
          <pc:docMk/>
          <pc:sldMk cId="0" sldId="359"/>
        </pc:sldMkLst>
      </pc:sldChg>
      <pc:sldChg chg="mod modShow">
        <pc:chgData name="Koh, Matthew" userId="447f0778-840e-4cb0-be97-1ce94b3ac718" providerId="ADAL" clId="{03254EDA-CEAC-4933-8F7A-D9C3187E3B2E}" dt="2026-10-07T00:02:52.020" v="1827" actId="34476"/>
        <pc:sldMkLst>
          <pc:docMk/>
          <pc:sldMk cId="0" sldId="360"/>
        </pc:sldMkLst>
      </pc:sldChg>
      <pc:sldChg chg="mod modShow">
        <pc:chgData name="Koh, Matthew" userId="447f0778-840e-4cb0-be97-1ce94b3ac718" providerId="ADAL" clId="{03254EDA-CEAC-4933-8F7A-D9C3187E3B2E}" dt="2026-10-07T00:02:52.020" v="1827" actId="34476"/>
        <pc:sldMkLst>
          <pc:docMk/>
          <pc:sldMk cId="0" sldId="361"/>
        </pc:sldMkLst>
      </pc:sldChg>
      <pc:sldChg chg="mod modShow">
        <pc:chgData name="Koh, Matthew" userId="447f0778-840e-4cb0-be97-1ce94b3ac718" providerId="ADAL" clId="{03254EDA-CEAC-4933-8F7A-D9C3187E3B2E}" dt="2026-10-07T00:02:52.020" v="1827" actId="34476"/>
        <pc:sldMkLst>
          <pc:docMk/>
          <pc:sldMk cId="0" sldId="362"/>
        </pc:sldMkLst>
      </pc:sldChg>
      <pc:sldChg chg="mod modShow">
        <pc:chgData name="Koh, Matthew" userId="447f0778-840e-4cb0-be97-1ce94b3ac718" providerId="ADAL" clId="{03254EDA-CEAC-4933-8F7A-D9C3187E3B2E}" dt="2026-10-07T00:02:52.020" v="1827" actId="34476"/>
        <pc:sldMkLst>
          <pc:docMk/>
          <pc:sldMk cId="0" sldId="363"/>
        </pc:sldMkLst>
      </pc:sldChg>
      <pc:sldChg chg="mod modShow">
        <pc:chgData name="Koh, Matthew" userId="447f0778-840e-4cb0-be97-1ce94b3ac718" providerId="ADAL" clId="{03254EDA-CEAC-4933-8F7A-D9C3187E3B2E}" dt="2026-10-07T00:02:52.020" v="1827" actId="34476"/>
        <pc:sldMkLst>
          <pc:docMk/>
          <pc:sldMk cId="0" sldId="364"/>
        </pc:sldMkLst>
      </pc:sldChg>
      <pc:sldChg chg="mod modShow">
        <pc:chgData name="Koh, Matthew" userId="447f0778-840e-4cb0-be97-1ce94b3ac718" providerId="ADAL" clId="{03254EDA-CEAC-4933-8F7A-D9C3187E3B2E}" dt="2026-10-07T00:02:52.020" v="1827" actId="34476"/>
        <pc:sldMkLst>
          <pc:docMk/>
          <pc:sldMk cId="0" sldId="365"/>
        </pc:sldMkLst>
      </pc:sldChg>
      <pc:sldChg chg="mod modShow">
        <pc:chgData name="Koh, Matthew" userId="447f0778-840e-4cb0-be97-1ce94b3ac718" providerId="ADAL" clId="{03254EDA-CEAC-4933-8F7A-D9C3187E3B2E}" dt="2026-10-07T00:02:52.020" v="1827" actId="34476"/>
        <pc:sldMkLst>
          <pc:docMk/>
          <pc:sldMk cId="0" sldId="366"/>
        </pc:sldMkLst>
      </pc:sldChg>
      <pc:sldChg chg="mod modShow">
        <pc:chgData name="Koh, Matthew" userId="447f0778-840e-4cb0-be97-1ce94b3ac718" providerId="ADAL" clId="{03254EDA-CEAC-4933-8F7A-D9C3187E3B2E}" dt="2026-10-07T00:02:52.020" v="1827" actId="34476"/>
        <pc:sldMkLst>
          <pc:docMk/>
          <pc:sldMk cId="0" sldId="367"/>
        </pc:sldMkLst>
      </pc:sldChg>
      <pc:sldChg chg="mod modShow">
        <pc:chgData name="Koh, Matthew" userId="447f0778-840e-4cb0-be97-1ce94b3ac718" providerId="ADAL" clId="{03254EDA-CEAC-4933-8F7A-D9C3187E3B2E}" dt="2026-10-07T00:02:52.020" v="1827" actId="34476"/>
        <pc:sldMkLst>
          <pc:docMk/>
          <pc:sldMk cId="0" sldId="368"/>
        </pc:sldMkLst>
      </pc:sldChg>
      <pc:sldChg chg="mod modShow">
        <pc:chgData name="Koh, Matthew" userId="447f0778-840e-4cb0-be97-1ce94b3ac718" providerId="ADAL" clId="{03254EDA-CEAC-4933-8F7A-D9C3187E3B2E}" dt="2026-10-07T00:02:52.020" v="1827" actId="34476"/>
        <pc:sldMkLst>
          <pc:docMk/>
          <pc:sldMk cId="0" sldId="369"/>
        </pc:sldMkLst>
      </pc:sldChg>
      <pc:sldChg chg="mod modShow">
        <pc:chgData name="Koh, Matthew" userId="447f0778-840e-4cb0-be97-1ce94b3ac718" providerId="ADAL" clId="{03254EDA-CEAC-4933-8F7A-D9C3187E3B2E}" dt="2026-10-07T00:02:52.020" v="1827" actId="34476"/>
        <pc:sldMkLst>
          <pc:docMk/>
          <pc:sldMk cId="0" sldId="370"/>
        </pc:sldMkLst>
      </pc:sldChg>
      <pc:sldChg chg="mod modShow">
        <pc:chgData name="Koh, Matthew" userId="447f0778-840e-4cb0-be97-1ce94b3ac718" providerId="ADAL" clId="{03254EDA-CEAC-4933-8F7A-D9C3187E3B2E}" dt="2026-10-07T00:02:52.020" v="1827" actId="34476"/>
        <pc:sldMkLst>
          <pc:docMk/>
          <pc:sldMk cId="0" sldId="371"/>
        </pc:sldMkLst>
      </pc:sldChg>
      <pc:sldChg chg="mod modShow">
        <pc:chgData name="Koh, Matthew" userId="447f0778-840e-4cb0-be97-1ce94b3ac718" providerId="ADAL" clId="{03254EDA-CEAC-4933-8F7A-D9C3187E3B2E}" dt="2026-10-07T00:02:52.020" v="1827" actId="34476"/>
        <pc:sldMkLst>
          <pc:docMk/>
          <pc:sldMk cId="0" sldId="372"/>
        </pc:sldMkLst>
      </pc:sldChg>
      <pc:sldChg chg="mod modShow">
        <pc:chgData name="Koh, Matthew" userId="447f0778-840e-4cb0-be97-1ce94b3ac718" providerId="ADAL" clId="{03254EDA-CEAC-4933-8F7A-D9C3187E3B2E}" dt="2026-10-07T00:02:52.020" v="1827" actId="34476"/>
        <pc:sldMkLst>
          <pc:docMk/>
          <pc:sldMk cId="0" sldId="373"/>
        </pc:sldMkLst>
      </pc:sldChg>
      <pc:sldChg chg="mod modShow">
        <pc:chgData name="Koh, Matthew" userId="447f0778-840e-4cb0-be97-1ce94b3ac718" providerId="ADAL" clId="{03254EDA-CEAC-4933-8F7A-D9C3187E3B2E}" dt="2026-10-07T00:02:52.020" v="1827" actId="34476"/>
        <pc:sldMkLst>
          <pc:docMk/>
          <pc:sldMk cId="0" sldId="374"/>
        </pc:sldMkLst>
      </pc:sldChg>
      <pc:sldChg chg="mod modShow">
        <pc:chgData name="Koh, Matthew" userId="447f0778-840e-4cb0-be97-1ce94b3ac718" providerId="ADAL" clId="{03254EDA-CEAC-4933-8F7A-D9C3187E3B2E}" dt="2026-10-07T00:02:52.020" v="1827" actId="34476"/>
        <pc:sldMkLst>
          <pc:docMk/>
          <pc:sldMk cId="0" sldId="375"/>
        </pc:sldMkLst>
      </pc:sldChg>
      <pc:sldChg chg="mod modShow">
        <pc:chgData name="Koh, Matthew" userId="447f0778-840e-4cb0-be97-1ce94b3ac718" providerId="ADAL" clId="{03254EDA-CEAC-4933-8F7A-D9C3187E3B2E}" dt="2026-10-07T00:02:52.020" v="1827" actId="34476"/>
        <pc:sldMkLst>
          <pc:docMk/>
          <pc:sldMk cId="0" sldId="376"/>
        </pc:sldMkLst>
      </pc:sldChg>
      <pc:sldChg chg="mod modShow">
        <pc:chgData name="Koh, Matthew" userId="447f0778-840e-4cb0-be97-1ce94b3ac718" providerId="ADAL" clId="{03254EDA-CEAC-4933-8F7A-D9C3187E3B2E}" dt="2026-10-07T00:02:52.020" v="1827" actId="34476"/>
        <pc:sldMkLst>
          <pc:docMk/>
          <pc:sldMk cId="0" sldId="377"/>
        </pc:sldMkLst>
      </pc:sldChg>
      <pc:sldChg chg="mod modShow">
        <pc:chgData name="Koh, Matthew" userId="447f0778-840e-4cb0-be97-1ce94b3ac718" providerId="ADAL" clId="{03254EDA-CEAC-4933-8F7A-D9C3187E3B2E}" dt="2026-10-07T00:02:52.020" v="1827" actId="34476"/>
        <pc:sldMkLst>
          <pc:docMk/>
          <pc:sldMk cId="0" sldId="378"/>
        </pc:sldMkLst>
      </pc:sldChg>
      <pc:sldChg chg="mod modShow">
        <pc:chgData name="Koh, Matthew" userId="447f0778-840e-4cb0-be97-1ce94b3ac718" providerId="ADAL" clId="{03254EDA-CEAC-4933-8F7A-D9C3187E3B2E}" dt="2026-10-07T00:02:52.020" v="1827" actId="34476"/>
        <pc:sldMkLst>
          <pc:docMk/>
          <pc:sldMk cId="0" sldId="379"/>
        </pc:sldMkLst>
      </pc:sldChg>
      <pc:sldChg chg="mod modShow">
        <pc:chgData name="Koh, Matthew" userId="447f0778-840e-4cb0-be97-1ce94b3ac718" providerId="ADAL" clId="{03254EDA-CEAC-4933-8F7A-D9C3187E3B2E}" dt="2026-10-07T00:02:52.020" v="1827" actId="34476"/>
        <pc:sldMkLst>
          <pc:docMk/>
          <pc:sldMk cId="0" sldId="380"/>
        </pc:sldMkLst>
      </pc:sldChg>
      <pc:sldChg chg="mod modShow">
        <pc:chgData name="Koh, Matthew" userId="447f0778-840e-4cb0-be97-1ce94b3ac718" providerId="ADAL" clId="{03254EDA-CEAC-4933-8F7A-D9C3187E3B2E}" dt="2026-10-07T00:02:52.020" v="1827" actId="34476"/>
        <pc:sldMkLst>
          <pc:docMk/>
          <pc:sldMk cId="0" sldId="381"/>
        </pc:sldMkLst>
      </pc:sldChg>
      <pc:sldChg chg="mod modShow">
        <pc:chgData name="Koh, Matthew" userId="447f0778-840e-4cb0-be97-1ce94b3ac718" providerId="ADAL" clId="{03254EDA-CEAC-4933-8F7A-D9C3187E3B2E}" dt="2026-10-07T00:02:52.020" v="1827" actId="34476"/>
        <pc:sldMkLst>
          <pc:docMk/>
          <pc:sldMk cId="0" sldId="382"/>
        </pc:sldMkLst>
      </pc:sldChg>
      <pc:sldChg chg="mod modShow">
        <pc:chgData name="Koh, Matthew" userId="447f0778-840e-4cb0-be97-1ce94b3ac718" providerId="ADAL" clId="{03254EDA-CEAC-4933-8F7A-D9C3187E3B2E}" dt="2026-10-07T00:02:52.020" v="1827" actId="34476"/>
        <pc:sldMkLst>
          <pc:docMk/>
          <pc:sldMk cId="0" sldId="383"/>
        </pc:sldMkLst>
      </pc:sldChg>
      <pc:sldChg chg="mod modShow">
        <pc:chgData name="Koh, Matthew" userId="447f0778-840e-4cb0-be97-1ce94b3ac718" providerId="ADAL" clId="{03254EDA-CEAC-4933-8F7A-D9C3187E3B2E}" dt="2026-10-07T00:02:52.020" v="1827" actId="34476"/>
        <pc:sldMkLst>
          <pc:docMk/>
          <pc:sldMk cId="0" sldId="384"/>
        </pc:sldMkLst>
      </pc:sldChg>
      <pc:sldChg chg="mod modShow">
        <pc:chgData name="Koh, Matthew" userId="447f0778-840e-4cb0-be97-1ce94b3ac718" providerId="ADAL" clId="{03254EDA-CEAC-4933-8F7A-D9C3187E3B2E}" dt="2026-10-07T00:02:52.020" v="1827" actId="34476"/>
        <pc:sldMkLst>
          <pc:docMk/>
          <pc:sldMk cId="0" sldId="385"/>
        </pc:sldMkLst>
      </pc:sldChg>
      <pc:sldChg chg="mod modShow">
        <pc:chgData name="Koh, Matthew" userId="447f0778-840e-4cb0-be97-1ce94b3ac718" providerId="ADAL" clId="{03254EDA-CEAC-4933-8F7A-D9C3187E3B2E}" dt="2026-10-07T00:02:52.020" v="1827" actId="34476"/>
        <pc:sldMkLst>
          <pc:docMk/>
          <pc:sldMk cId="0" sldId="386"/>
        </pc:sldMkLst>
      </pc:sldChg>
      <pc:sldChg chg="mod modShow">
        <pc:chgData name="Koh, Matthew" userId="447f0778-840e-4cb0-be97-1ce94b3ac718" providerId="ADAL" clId="{03254EDA-CEAC-4933-8F7A-D9C3187E3B2E}" dt="2026-10-07T00:02:52.020" v="1827" actId="34476"/>
        <pc:sldMkLst>
          <pc:docMk/>
          <pc:sldMk cId="0" sldId="387"/>
        </pc:sldMkLst>
      </pc:sldChg>
      <pc:sldChg chg="mod modShow">
        <pc:chgData name="Koh, Matthew" userId="447f0778-840e-4cb0-be97-1ce94b3ac718" providerId="ADAL" clId="{03254EDA-CEAC-4933-8F7A-D9C3187E3B2E}" dt="2026-10-07T00:02:52.020" v="1827" actId="34476"/>
        <pc:sldMkLst>
          <pc:docMk/>
          <pc:sldMk cId="0" sldId="388"/>
        </pc:sldMkLst>
      </pc:sldChg>
      <pc:sldChg chg="mod modShow">
        <pc:chgData name="Koh, Matthew" userId="447f0778-840e-4cb0-be97-1ce94b3ac718" providerId="ADAL" clId="{03254EDA-CEAC-4933-8F7A-D9C3187E3B2E}" dt="2026-10-07T00:02:52.020" v="1827" actId="34476"/>
        <pc:sldMkLst>
          <pc:docMk/>
          <pc:sldMk cId="0" sldId="389"/>
        </pc:sldMkLst>
      </pc:sldChg>
      <pc:sldChg chg="mod modShow">
        <pc:chgData name="Koh, Matthew" userId="447f0778-840e-4cb0-be97-1ce94b3ac718" providerId="ADAL" clId="{03254EDA-CEAC-4933-8F7A-D9C3187E3B2E}" dt="2026-10-07T00:02:52.020" v="1827" actId="34476"/>
        <pc:sldMkLst>
          <pc:docMk/>
          <pc:sldMk cId="0" sldId="390"/>
        </pc:sldMkLst>
      </pc:sldChg>
      <pc:sldChg chg="mod modShow">
        <pc:chgData name="Koh, Matthew" userId="447f0778-840e-4cb0-be97-1ce94b3ac718" providerId="ADAL" clId="{03254EDA-CEAC-4933-8F7A-D9C3187E3B2E}" dt="2026-10-07T00:02:52.020" v="1827" actId="34476"/>
        <pc:sldMkLst>
          <pc:docMk/>
          <pc:sldMk cId="0" sldId="391"/>
        </pc:sldMkLst>
      </pc:sldChg>
      <pc:sldChg chg="mod modShow">
        <pc:chgData name="Koh, Matthew" userId="447f0778-840e-4cb0-be97-1ce94b3ac718" providerId="ADAL" clId="{03254EDA-CEAC-4933-8F7A-D9C3187E3B2E}" dt="2026-10-07T00:02:52.020" v="1827" actId="34476"/>
        <pc:sldMkLst>
          <pc:docMk/>
          <pc:sldMk cId="0" sldId="392"/>
        </pc:sldMkLst>
      </pc:sldChg>
      <pc:sldChg chg="mod modShow">
        <pc:chgData name="Koh, Matthew" userId="447f0778-840e-4cb0-be97-1ce94b3ac718" providerId="ADAL" clId="{03254EDA-CEAC-4933-8F7A-D9C3187E3B2E}" dt="2026-10-07T00:02:52.020" v="1827" actId="34476"/>
        <pc:sldMkLst>
          <pc:docMk/>
          <pc:sldMk cId="0" sldId="393"/>
        </pc:sldMkLst>
      </pc:sldChg>
      <pc:sldChg chg="mod modShow">
        <pc:chgData name="Koh, Matthew" userId="447f0778-840e-4cb0-be97-1ce94b3ac718" providerId="ADAL" clId="{03254EDA-CEAC-4933-8F7A-D9C3187E3B2E}" dt="2026-10-07T00:02:52.020" v="1827" actId="34476"/>
        <pc:sldMkLst>
          <pc:docMk/>
          <pc:sldMk cId="0" sldId="394"/>
        </pc:sldMkLst>
      </pc:sldChg>
      <pc:sldChg chg="mod modShow">
        <pc:chgData name="Koh, Matthew" userId="447f0778-840e-4cb0-be97-1ce94b3ac718" providerId="ADAL" clId="{03254EDA-CEAC-4933-8F7A-D9C3187E3B2E}" dt="2026-10-07T00:02:52.020" v="1827" actId="34476"/>
        <pc:sldMkLst>
          <pc:docMk/>
          <pc:sldMk cId="0" sldId="395"/>
        </pc:sldMkLst>
      </pc:sldChg>
      <pc:sldChg chg="mod modShow">
        <pc:chgData name="Koh, Matthew" userId="447f0778-840e-4cb0-be97-1ce94b3ac718" providerId="ADAL" clId="{03254EDA-CEAC-4933-8F7A-D9C3187E3B2E}" dt="2026-10-07T00:02:52.020" v="1827" actId="34476"/>
        <pc:sldMkLst>
          <pc:docMk/>
          <pc:sldMk cId="0" sldId="396"/>
        </pc:sldMkLst>
      </pc:sldChg>
      <pc:sldChg chg="mod modShow">
        <pc:chgData name="Koh, Matthew" userId="447f0778-840e-4cb0-be97-1ce94b3ac718" providerId="ADAL" clId="{03254EDA-CEAC-4933-8F7A-D9C3187E3B2E}" dt="2026-10-07T00:02:52.020" v="1827" actId="34476"/>
        <pc:sldMkLst>
          <pc:docMk/>
          <pc:sldMk cId="0" sldId="397"/>
        </pc:sldMkLst>
      </pc:sldChg>
      <pc:sldChg chg="mod modShow">
        <pc:chgData name="Koh, Matthew" userId="447f0778-840e-4cb0-be97-1ce94b3ac718" providerId="ADAL" clId="{03254EDA-CEAC-4933-8F7A-D9C3187E3B2E}" dt="2026-10-07T00:02:52.020" v="1827" actId="34476"/>
        <pc:sldMkLst>
          <pc:docMk/>
          <pc:sldMk cId="0" sldId="398"/>
        </pc:sldMkLst>
      </pc:sldChg>
      <pc:sldChg chg="mod modShow">
        <pc:chgData name="Koh, Matthew" userId="447f0778-840e-4cb0-be97-1ce94b3ac718" providerId="ADAL" clId="{03254EDA-CEAC-4933-8F7A-D9C3187E3B2E}" dt="2026-10-07T00:02:52.020" v="1827" actId="34476"/>
        <pc:sldMkLst>
          <pc:docMk/>
          <pc:sldMk cId="0" sldId="399"/>
        </pc:sldMkLst>
      </pc:sldChg>
      <pc:sldChg chg="mod modShow">
        <pc:chgData name="Koh, Matthew" userId="447f0778-840e-4cb0-be97-1ce94b3ac718" providerId="ADAL" clId="{03254EDA-CEAC-4933-8F7A-D9C3187E3B2E}" dt="2026-10-07T00:02:52.020" v="1827" actId="34476"/>
        <pc:sldMkLst>
          <pc:docMk/>
          <pc:sldMk cId="0" sldId="400"/>
        </pc:sldMkLst>
      </pc:sldChg>
      <pc:sldChg chg="mod modShow">
        <pc:chgData name="Koh, Matthew" userId="447f0778-840e-4cb0-be97-1ce94b3ac718" providerId="ADAL" clId="{03254EDA-CEAC-4933-8F7A-D9C3187E3B2E}" dt="2026-10-07T00:02:52.020" v="1827" actId="34476"/>
        <pc:sldMkLst>
          <pc:docMk/>
          <pc:sldMk cId="0" sldId="401"/>
        </pc:sldMkLst>
      </pc:sldChg>
      <pc:sldChg chg="mod modShow">
        <pc:chgData name="Koh, Matthew" userId="447f0778-840e-4cb0-be97-1ce94b3ac718" providerId="ADAL" clId="{03254EDA-CEAC-4933-8F7A-D9C3187E3B2E}" dt="2026-10-07T00:02:52.020" v="1827" actId="34476"/>
        <pc:sldMkLst>
          <pc:docMk/>
          <pc:sldMk cId="0" sldId="402"/>
        </pc:sldMkLst>
      </pc:sldChg>
      <pc:sldChg chg="mod modShow">
        <pc:chgData name="Koh, Matthew" userId="447f0778-840e-4cb0-be97-1ce94b3ac718" providerId="ADAL" clId="{03254EDA-CEAC-4933-8F7A-D9C3187E3B2E}" dt="2026-10-07T00:02:52.020" v="1827" actId="34476"/>
        <pc:sldMkLst>
          <pc:docMk/>
          <pc:sldMk cId="0" sldId="403"/>
        </pc:sldMkLst>
      </pc:sldChg>
      <pc:sldChg chg="mod modShow">
        <pc:chgData name="Koh, Matthew" userId="447f0778-840e-4cb0-be97-1ce94b3ac718" providerId="ADAL" clId="{03254EDA-CEAC-4933-8F7A-D9C3187E3B2E}" dt="2026-10-07T00:02:52.020" v="1827" actId="34476"/>
        <pc:sldMkLst>
          <pc:docMk/>
          <pc:sldMk cId="0" sldId="404"/>
        </pc:sldMkLst>
      </pc:sldChg>
      <pc:sldChg chg="addSp delSp modSp mod modNotesTx">
        <pc:chgData name="Koh, Matthew" userId="447f0778-840e-4cb0-be97-1ce94b3ac718" providerId="ADAL" clId="{03254EDA-CEAC-4933-8F7A-D9C3187E3B2E}" dt="2026-10-07T00:01:43.941" v="1826"/>
        <pc:sldMkLst>
          <pc:docMk/>
          <pc:sldMk cId="0" sldId="405"/>
        </pc:sldMkLst>
        <pc:spChg chg="del mod">
          <ac:chgData name="Koh, Matthew" userId="447f0778-840e-4cb0-be97-1ce94b3ac718" providerId="ADAL" clId="{03254EDA-CEAC-4933-8F7A-D9C3187E3B2E}" dt="2026-10-07T00:01:22.417" v="1821" actId="478"/>
          <ac:spMkLst>
            <pc:docMk/>
            <pc:sldMk cId="0" sldId="405"/>
            <ac:spMk id="4" creationId="{00000000-0000-0000-0000-000000000000}"/>
          </ac:spMkLst>
        </pc:spChg>
        <pc:spChg chg="add del mod">
          <ac:chgData name="Koh, Matthew" userId="447f0778-840e-4cb0-be97-1ce94b3ac718" providerId="ADAL" clId="{03254EDA-CEAC-4933-8F7A-D9C3187E3B2E}" dt="2026-10-07T00:01:43.126" v="1825" actId="478"/>
          <ac:spMkLst>
            <pc:docMk/>
            <pc:sldMk cId="0" sldId="405"/>
            <ac:spMk id="5" creationId="{82ED25E9-A754-364B-26F5-9A60596E8725}"/>
          </ac:spMkLst>
        </pc:spChg>
        <pc:spChg chg="add mod">
          <ac:chgData name="Koh, Matthew" userId="447f0778-840e-4cb0-be97-1ce94b3ac718" providerId="ADAL" clId="{03254EDA-CEAC-4933-8F7A-D9C3187E3B2E}" dt="2026-10-07T00:01:43.941" v="1826"/>
          <ac:spMkLst>
            <pc:docMk/>
            <pc:sldMk cId="0" sldId="405"/>
            <ac:spMk id="6" creationId="{4D076BA3-1B21-7324-00EC-ABA7B7262D14}"/>
          </ac:spMkLst>
        </pc:spChg>
      </pc:sldChg>
      <pc:sldChg chg="modSp mod">
        <pc:chgData name="Koh, Matthew" userId="447f0778-840e-4cb0-be97-1ce94b3ac718" providerId="ADAL" clId="{03254EDA-CEAC-4933-8F7A-D9C3187E3B2E}" dt="2026-10-07T00:00:53.485" v="1818" actId="20577"/>
        <pc:sldMkLst>
          <pc:docMk/>
          <pc:sldMk cId="0" sldId="406"/>
        </pc:sldMkLst>
        <pc:spChg chg="mod">
          <ac:chgData name="Koh, Matthew" userId="447f0778-840e-4cb0-be97-1ce94b3ac718" providerId="ADAL" clId="{03254EDA-CEAC-4933-8F7A-D9C3187E3B2E}" dt="2026-10-07T00:00:53.485" v="1818" actId="20577"/>
          <ac:spMkLst>
            <pc:docMk/>
            <pc:sldMk cId="0" sldId="406"/>
            <ac:spMk id="3" creationId="{00000000-0000-0000-0000-000000000000}"/>
          </ac:spMkLst>
        </pc:spChg>
      </pc:sldChg>
      <pc:sldChg chg="modSp mod modNotesTx">
        <pc:chgData name="Koh, Matthew" userId="447f0778-840e-4cb0-be97-1ce94b3ac718" providerId="ADAL" clId="{03254EDA-CEAC-4933-8F7A-D9C3187E3B2E}" dt="2026-10-06T19:59:42.873" v="310" actId="20577"/>
        <pc:sldMkLst>
          <pc:docMk/>
          <pc:sldMk cId="2082254703" sldId="407"/>
        </pc:sldMkLst>
        <pc:spChg chg="mod">
          <ac:chgData name="Koh, Matthew" userId="447f0778-840e-4cb0-be97-1ce94b3ac718" providerId="ADAL" clId="{03254EDA-CEAC-4933-8F7A-D9C3187E3B2E}" dt="2026-10-06T19:53:26.034" v="19" actId="12"/>
          <ac:spMkLst>
            <pc:docMk/>
            <pc:sldMk cId="2082254703" sldId="407"/>
            <ac:spMk id="4" creationId="{791FE337-E976-8B50-6BE6-82E6C035535C}"/>
          </ac:spMkLst>
        </pc:spChg>
      </pc:sldChg>
    </pc:docChg>
  </pc:docChgLst>
  <pc:docChgLst>
    <pc:chgData name="Tambone, Danilo" userId="S::pwc25003@uconn.edu::f8b74486-aa49-4d53-b999-d54a5be0170f" providerId="AD" clId="Web-{F5AEBE24-945B-3997-EFAE-D137EC9C15A5}"/>
    <pc:docChg chg="addSld modSld sldOrd">
      <pc:chgData name="Tambone, Danilo" userId="S::pwc25003@uconn.edu::f8b74486-aa49-4d53-b999-d54a5be0170f" providerId="AD" clId="Web-{F5AEBE24-945B-3997-EFAE-D137EC9C15A5}" dt="2026-10-06T19:44:54.983" v="5"/>
      <pc:docMkLst>
        <pc:docMk/>
      </pc:docMkLst>
      <pc:sldChg chg="ord">
        <pc:chgData name="Tambone, Danilo" userId="S::pwc25003@uconn.edu::f8b74486-aa49-4d53-b999-d54a5be0170f" providerId="AD" clId="Web-{F5AEBE24-945B-3997-EFAE-D137EC9C15A5}" dt="2026-10-06T19:42:15.249" v="2"/>
        <pc:sldMkLst>
          <pc:docMk/>
          <pc:sldMk cId="0" sldId="267"/>
        </pc:sldMkLst>
      </pc:sldChg>
      <pc:sldChg chg="ord">
        <pc:chgData name="Tambone, Danilo" userId="S::pwc25003@uconn.edu::f8b74486-aa49-4d53-b999-d54a5be0170f" providerId="AD" clId="Web-{F5AEBE24-945B-3997-EFAE-D137EC9C15A5}" dt="2026-10-06T19:42:12.437" v="1"/>
        <pc:sldMkLst>
          <pc:docMk/>
          <pc:sldMk cId="0" sldId="268"/>
        </pc:sldMkLst>
      </pc:sldChg>
      <pc:sldChg chg="addSp delSp new mod setBg">
        <pc:chgData name="Tambone, Danilo" userId="S::pwc25003@uconn.edu::f8b74486-aa49-4d53-b999-d54a5be0170f" providerId="AD" clId="Web-{F5AEBE24-945B-3997-EFAE-D137EC9C15A5}" dt="2026-10-06T19:44:54.983" v="5"/>
        <pc:sldMkLst>
          <pc:docMk/>
          <pc:sldMk cId="2082254703" sldId="407"/>
        </pc:sldMkLst>
        <pc:picChg chg="add del">
          <ac:chgData name="Tambone, Danilo" userId="S::pwc25003@uconn.edu::f8b74486-aa49-4d53-b999-d54a5be0170f" providerId="AD" clId="Web-{F5AEBE24-945B-3997-EFAE-D137EC9C15A5}" dt="2026-10-06T19:44:54.983" v="5"/>
          <ac:picMkLst>
            <pc:docMk/>
            <pc:sldMk cId="2082254703" sldId="407"/>
            <ac:picMk id="6" creationId="{78104CFA-F599-C08B-834D-887CF28EFDCE}"/>
          </ac:picMkLst>
        </pc:picChg>
      </pc:sldChg>
    </pc:docChg>
  </pc:docChgLst>
  <pc:docChgLst>
    <pc:chgData name="Tambone, Danilo" userId="f8b74486-aa49-4d53-b999-d54a5be0170f" providerId="ADAL" clId="{1EF67DBF-862E-59F0-9586-B9F65C549B48}"/>
    <pc:docChg chg="modSld">
      <pc:chgData name="Tambone, Danilo" userId="f8b74486-aa49-4d53-b999-d54a5be0170f" providerId="ADAL" clId="{1EF67DBF-862E-59F0-9586-B9F65C549B48}" dt="2026-10-07T00:32:04.567" v="34" actId="20577"/>
      <pc:docMkLst>
        <pc:docMk/>
      </pc:docMkLst>
      <pc:sldChg chg="modNotesTx">
        <pc:chgData name="Tambone, Danilo" userId="f8b74486-aa49-4d53-b999-d54a5be0170f" providerId="ADAL" clId="{1EF67DBF-862E-59F0-9586-B9F65C549B48}" dt="2026-10-07T00:32:04.567" v="34" actId="20577"/>
        <pc:sldMkLst>
          <pc:docMk/>
          <pc:sldMk cId="0" sldId="256"/>
        </pc:sldMkLst>
      </pc:sldChg>
    </pc:docChg>
  </pc:docChgLst>
  <pc:docChgLst>
    <pc:chgData name="Koh, Matthew" userId="S::matthew.koh@uconn.edu::447f0778-840e-4cb0-be97-1ce94b3ac718" providerId="AD" clId="Web-{79468D06-1BE3-E2B6-CF20-1F2BAA3A10CA}"/>
    <pc:docChg chg="addSld delSld modSld">
      <pc:chgData name="Koh, Matthew" userId="S::matthew.koh@uconn.edu::447f0778-840e-4cb0-be97-1ce94b3ac718" providerId="AD" clId="Web-{79468D06-1BE3-E2B6-CF20-1F2BAA3A10CA}" dt="2026-10-06T19:45:37.450" v="37" actId="20577"/>
      <pc:docMkLst>
        <pc:docMk/>
      </pc:docMkLst>
      <pc:sldChg chg="new">
        <pc:chgData name="Koh, Matthew" userId="S::matthew.koh@uconn.edu::447f0778-840e-4cb0-be97-1ce94b3ac718" providerId="AD" clId="Web-{79468D06-1BE3-E2B6-CF20-1F2BAA3A10CA}" dt="2026-10-06T19:43:55.513" v="0"/>
        <pc:sldMkLst>
          <pc:docMk/>
          <pc:sldMk cId="1072621661" sldId="407"/>
        </pc:sldMkLst>
      </pc:sldChg>
      <pc:sldChg chg="addSp modSp">
        <pc:chgData name="Koh, Matthew" userId="S::matthew.koh@uconn.edu::447f0778-840e-4cb0-be97-1ce94b3ac718" providerId="AD" clId="Web-{79468D06-1BE3-E2B6-CF20-1F2BAA3A10CA}" dt="2026-10-06T19:45:37.450" v="37" actId="20577"/>
        <pc:sldMkLst>
          <pc:docMk/>
          <pc:sldMk cId="2082254703" sldId="407"/>
        </pc:sldMkLst>
        <pc:spChg chg="mod">
          <ac:chgData name="Koh, Matthew" userId="S::matthew.koh@uconn.edu::447f0778-840e-4cb0-be97-1ce94b3ac718" providerId="AD" clId="Web-{79468D06-1BE3-E2B6-CF20-1F2BAA3A10CA}" dt="2026-10-06T19:44:12.198" v="2" actId="20577"/>
          <ac:spMkLst>
            <pc:docMk/>
            <pc:sldMk cId="2082254703" sldId="407"/>
            <ac:spMk id="2" creationId="{77256A0B-7753-00AE-BB10-FC748E5AED19}"/>
          </ac:spMkLst>
        </pc:spChg>
        <pc:spChg chg="add mod">
          <ac:chgData name="Koh, Matthew" userId="S::matthew.koh@uconn.edu::447f0778-840e-4cb0-be97-1ce94b3ac718" providerId="AD" clId="Web-{79468D06-1BE3-E2B6-CF20-1F2BAA3A10CA}" dt="2026-10-06T19:45:37.450" v="37" actId="20577"/>
          <ac:spMkLst>
            <pc:docMk/>
            <pc:sldMk cId="2082254703" sldId="407"/>
            <ac:spMk id="4" creationId="{791FE337-E976-8B50-6BE6-82E6C035535C}"/>
          </ac:spMkLst>
        </pc:spChg>
      </pc:sldChg>
      <pc:sldChg chg="del">
        <pc:chgData name="Koh, Matthew" userId="S::matthew.koh@uconn.edu::447f0778-840e-4cb0-be97-1ce94b3ac718" providerId="AD" clId="Web-{79468D06-1BE3-E2B6-CF20-1F2BAA3A10CA}" dt="2026-10-06T19:44:07.728" v="1"/>
        <pc:sldMkLst>
          <pc:docMk/>
          <pc:sldMk cId="1072621661" sldId="4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299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team 7, </a:t>
            </a:r>
          </a:p>
          <a:p>
            <a:r>
              <a:rPr lang="en-US"/>
              <a:t>Our project covers the topic of sport analytics with a transfer market evaluation forecaster.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Teams are constantly under this intense pressure to make exactly the right financial moves when they're buying and selling elite players, because millions of euros are on the line per player.</a:t>
            </a:r>
            <a:endParaRPr lang="en-US"/>
          </a:p>
          <a:p>
            <a:r>
              <a:rPr lang="en-US"/>
              <a:t>If a club submit an offer for a player, would you accept it? What's the range of value you would consider acceptable to buy or sell a player?</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We've explored a data driven approach to try and answer this question by building a prototype transfer market valuation forecaster.</a:t>
            </a:r>
            <a:endParaRPr lang="en-GB" sz="1200" kern="1200">
              <a:solidFill>
                <a:schemeClr val="tx1"/>
              </a:solidFill>
              <a:effectLst/>
              <a:latin typeface="+mn-lt"/>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471696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t>Define Transfer Fee: - How much a club pays another club to purchase a player. Not the player value. </a:t>
            </a:r>
            <a:endParaRPr lang="en-GB" sz="1200" kern="1200">
              <a:solidFill>
                <a:schemeClr val="tx1"/>
              </a:solidFill>
              <a:effectLst/>
              <a:latin typeface="+mn-lt"/>
              <a:ea typeface="+mn-ea"/>
              <a:cs typeface="+mn-cs"/>
            </a:endParaRPr>
          </a:p>
          <a:p>
            <a:endParaRPr lang="en-US"/>
          </a:p>
          <a:p>
            <a:r>
              <a:rPr lang="en-US"/>
              <a:t>So the question we came up with was: When would you be willing to pay a transfer fee for a player? </a:t>
            </a:r>
          </a:p>
          <a:p>
            <a:r>
              <a:rPr lang="en-US"/>
              <a:t>Will that player’s value appreciate, or depreciate in the settled horizon, in our case next 6 to 12 months? </a:t>
            </a:r>
          </a:p>
          <a:p>
            <a:r>
              <a:rPr lang="en-US"/>
              <a:t>How can we tell if that player is still worth the price in the future?</a:t>
            </a:r>
          </a:p>
          <a:p>
            <a:endParaRPr lang="en-GB" sz="1200" kern="1200">
              <a:solidFill>
                <a:schemeClr val="tx1"/>
              </a:solidFill>
              <a:effectLst/>
              <a:latin typeface="+mn-lt"/>
              <a:ea typeface="+mn-ea"/>
              <a:cs typeface="+mn-cs"/>
            </a:endParaRPr>
          </a:p>
          <a:p>
            <a:r>
              <a:rPr lang="en-GB" sz="1200" kern="1200">
                <a:solidFill>
                  <a:schemeClr val="tx1"/>
                </a:solidFill>
                <a:effectLst/>
                <a:latin typeface="+mn-lt"/>
                <a:ea typeface="+mn-ea"/>
                <a:cs typeface="+mn-cs"/>
              </a:rPr>
              <a:t>A quoted fee only makes sense if you know where the player’s value will be in 6 to 12 months. </a:t>
            </a:r>
            <a:endParaRPr lang="en-GB" sz="1200" kern="1200">
              <a:solidFill>
                <a:schemeClr val="tx1"/>
              </a:solidFill>
              <a:effectLst/>
              <a:latin typeface="+mn-lt"/>
            </a:endParaRPr>
          </a:p>
          <a:p>
            <a:r>
              <a:rPr lang="en-GB" sz="1200" kern="1200">
                <a:solidFill>
                  <a:schemeClr val="tx1"/>
                </a:solidFill>
                <a:effectLst/>
                <a:latin typeface="+mn-lt"/>
                <a:ea typeface="+mn-ea"/>
                <a:cs typeface="+mn-cs"/>
              </a:rPr>
              <a:t>So again, is the player worth the price? </a:t>
            </a:r>
            <a:endParaRPr lang="en-GB" sz="1200" kern="120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Our decision is first based on this buy, hold, or sell prototype. </a:t>
            </a:r>
            <a:endParaRPr lang="en-GB" sz="1200" kern="1200">
              <a:solidFill>
                <a:schemeClr val="tx1"/>
              </a:solidFill>
              <a:effectLst/>
              <a:latin typeface="+mn-lt"/>
            </a:endParaRPr>
          </a:p>
          <a:p>
            <a:endParaRPr lang="en-GB"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Buy</a:t>
            </a:r>
            <a:r>
              <a:rPr lang="en-GB"/>
              <a:t>/Negotiate:</a:t>
            </a:r>
            <a:r>
              <a:rPr lang="en-GB" sz="1200" kern="1200">
                <a:solidFill>
                  <a:schemeClr val="tx1"/>
                </a:solidFill>
                <a:effectLst/>
                <a:latin typeface="+mn-lt"/>
                <a:ea typeface="+mn-ea"/>
                <a:cs typeface="+mn-cs"/>
              </a:rPr>
              <a:t> </a:t>
            </a:r>
            <a:r>
              <a:rPr lang="en-US" sz="1200">
                <a:solidFill>
                  <a:srgbClr val="0A3D2E"/>
                </a:solidFill>
                <a:latin typeface="Calibri"/>
                <a:ea typeface="Calibri"/>
                <a:cs typeface="Calibri"/>
              </a:rPr>
              <a:t>Is the quoted fee below the forecast value range?</a:t>
            </a:r>
            <a:endParaRPr lang="en-US" sz="1200">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effectLst/>
                <a:latin typeface="+mn-lt"/>
                <a:ea typeface="+mn-ea"/>
                <a:cs typeface="+mn-cs"/>
              </a:rPr>
              <a:t>Hold</a:t>
            </a:r>
            <a:r>
              <a:rPr lang="en-GB"/>
              <a:t>:</a:t>
            </a:r>
            <a:r>
              <a:rPr lang="en-GB" sz="1200" kern="1200">
                <a:effectLst/>
                <a:latin typeface="+mn-lt"/>
                <a:ea typeface="+mn-ea"/>
                <a:cs typeface="+mn-cs"/>
              </a:rPr>
              <a:t> </a:t>
            </a:r>
            <a:r>
              <a:rPr lang="en-US" sz="1200">
                <a:latin typeface="Calibri"/>
                <a:ea typeface="Calibri"/>
                <a:cs typeface="Calibri"/>
              </a:rPr>
              <a:t>Is value expected to stay strong or rise?</a:t>
            </a:r>
            <a:endParaRPr lang="en-GB" sz="1200" kern="1200">
              <a:effectLst/>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effectLst/>
                <a:latin typeface="+mn-lt"/>
                <a:ea typeface="+mn-ea"/>
                <a:cs typeface="+mn-cs"/>
              </a:rPr>
              <a:t>Sell</a:t>
            </a:r>
            <a:r>
              <a:rPr lang="en-GB"/>
              <a:t>/Accept:</a:t>
            </a:r>
            <a:r>
              <a:rPr lang="en-GB" sz="1200" kern="1200">
                <a:effectLst/>
                <a:latin typeface="+mn-lt"/>
                <a:ea typeface="+mn-ea"/>
                <a:cs typeface="+mn-cs"/>
              </a:rPr>
              <a:t> </a:t>
            </a:r>
            <a:r>
              <a:rPr lang="en-US" sz="1200">
                <a:latin typeface="Calibri"/>
                <a:ea typeface="Calibri"/>
                <a:cs typeface="Calibri"/>
              </a:rPr>
              <a:t>Is value projected to decline?</a:t>
            </a:r>
          </a:p>
          <a:p>
            <a:endParaRPr lang="en-US">
              <a:latin typeface="Calibri"/>
              <a:ea typeface="Calibri"/>
              <a:cs typeface="Calibri"/>
            </a:endParaRPr>
          </a:p>
          <a:p>
            <a:r>
              <a:rPr lang="en-GB" sz="1200" kern="1200">
                <a:solidFill>
                  <a:schemeClr val="tx1"/>
                </a:solidFill>
                <a:effectLst/>
                <a:latin typeface="+mn-lt"/>
                <a:ea typeface="+mn-ea"/>
                <a:cs typeface="+mn-cs"/>
              </a:rPr>
              <a:t>Our expected users for this model would be </a:t>
            </a:r>
            <a:r>
              <a:rPr lang="en-US" sz="1200" kern="1200">
                <a:solidFill>
                  <a:schemeClr val="tx1"/>
                </a:solidFill>
                <a:effectLst/>
                <a:latin typeface="+mn-lt"/>
                <a:ea typeface="+mn-ea"/>
                <a:cs typeface="+mn-cs"/>
              </a:rPr>
              <a:t>sporting directors, scouts, agents, and betters.</a:t>
            </a:r>
            <a:endParaRPr lang="en-GB"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 periods that we settled on for our model is 2 quarters and 4 quarters.</a:t>
            </a:r>
            <a:endParaRPr lang="en-GB"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data is a public Kaggle dataset from </a:t>
            </a:r>
            <a:r>
              <a:rPr lang="en-US" err="1"/>
              <a:t>Transfermarkt</a:t>
            </a:r>
            <a:r>
              <a:rPr lang="en-US"/>
              <a:t>, with a range from 2009 to 2026.</a:t>
            </a:r>
          </a:p>
          <a:p>
            <a:endParaRPr lang="en-US"/>
          </a:p>
          <a:p>
            <a:r>
              <a:rPr lang="en-US"/>
              <a:t>The dataset consists of 508 players, and 9,764 value updates.</a:t>
            </a:r>
          </a:p>
          <a:p>
            <a:endParaRPr lang="en-US"/>
          </a:p>
          <a:p>
            <a:r>
              <a:rPr lang="en-US"/>
              <a:t>The two tables listed depict a diary of price tags per player, and a player card. </a:t>
            </a:r>
          </a:p>
          <a:p>
            <a:endParaRPr lang="en-US"/>
          </a:p>
          <a:p>
            <a:r>
              <a:rPr lang="en-US"/>
              <a:t>Table 1: every time a player's value was updated, a line was added. </a:t>
            </a:r>
          </a:p>
          <a:p>
            <a:r>
              <a:rPr lang="en-US"/>
              <a:t>Table 1 is what we are forecasting. </a:t>
            </a:r>
          </a:p>
          <a:p>
            <a:endParaRPr lang="en-US"/>
          </a:p>
          <a:p>
            <a:r>
              <a:rPr lang="en-US"/>
              <a:t>Table 2 is like a player card: name, league, club, position. </a:t>
            </a:r>
          </a:p>
          <a:p>
            <a:r>
              <a:rPr lang="en-US"/>
              <a:t>We use Table 2 to pick three players from each big league and to label our charts. </a:t>
            </a:r>
          </a:p>
          <a:p>
            <a:endParaRPr lang="en-US"/>
          </a:p>
          <a:p>
            <a:r>
              <a:rPr lang="en-US"/>
              <a:t>The two tables are matched by player ID. (A third file, the data dictionary, explains the columns; not used in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 measured how complete each player's history is: how many quarters it covers and how many of them had a real valuation. </a:t>
            </a:r>
          </a:p>
          <a:p>
            <a:r>
              <a:rPr lang="en-US"/>
              <a:t>Then we kept only players who passed four checks, and took the 3 best-covered players from each big-five league. </a:t>
            </a:r>
          </a:p>
          <a:p>
            <a:r>
              <a:rPr lang="en-US"/>
              <a:t>If asked why 15: the checks need long histories, and the league cap keeps it balanced.</a:t>
            </a:r>
          </a:p>
          <a:p>
            <a:br>
              <a:rPr lang="en-US">
                <a:cs typeface="+mn-lt"/>
              </a:rPr>
            </a:b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Transfermarkt</a:t>
            </a:r>
            <a:r>
              <a:rPr lang="en-US"/>
              <a:t> updates a player's value whenever it decides, so the update dates are scattered. </a:t>
            </a:r>
          </a:p>
          <a:p>
            <a:r>
              <a:rPr lang="en-US"/>
              <a:t>Step 1: we sort each update into a calendar quarter; if two updates fall in one quarter we keep the latest. </a:t>
            </a:r>
          </a:p>
          <a:p>
            <a:r>
              <a:rPr lang="en-US"/>
              <a:t>Step 2: quarters with no update get the previous value carried forward, because a value stays in force until it is revised. We flag those as filled so we always know which values are real. </a:t>
            </a:r>
          </a:p>
          <a:p>
            <a:r>
              <a:rPr lang="en-US"/>
              <a:t>The series stops at 2024Q4; 2025 is held back for testing.</a:t>
            </a:r>
          </a:p>
          <a:p>
            <a:r>
              <a:rPr lang="en-US"/>
              <a:t> Result: 455 rows, 334 real, 121 filled. The example player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Alright, so. </a:t>
            </a:r>
          </a:p>
          <a:p>
            <a:r>
              <a:rPr lang="en-US"/>
              <a:t>This is the third chart of Figure 1 in our notebook. </a:t>
            </a:r>
          </a:p>
          <a:p>
            <a:r>
              <a:rPr lang="en-US"/>
              <a:t>Each line on this chart represents one of the 15 players that we selected. </a:t>
            </a:r>
          </a:p>
          <a:p>
            <a:r>
              <a:rPr lang="en-US"/>
              <a:t>This is the market value path chart we came up with based on </a:t>
            </a:r>
            <a:r>
              <a:rPr lang="en-US" err="1"/>
              <a:t>transfermarkt's</a:t>
            </a:r>
            <a:r>
              <a:rPr lang="en-US"/>
              <a:t> updates. each line is </a:t>
            </a:r>
            <a:r>
              <a:rPr lang="en-US" err="1"/>
              <a:t>staircased</a:t>
            </a:r>
            <a:r>
              <a:rPr lang="en-US"/>
              <a:t> because values stay the same until </a:t>
            </a:r>
            <a:r>
              <a:rPr lang="en-US" err="1"/>
              <a:t>transfermarkt</a:t>
            </a:r>
            <a:r>
              <a:rPr lang="en-US"/>
              <a:t> revises it.</a:t>
            </a:r>
          </a:p>
          <a:p>
            <a:r>
              <a:rPr lang="en-US"/>
              <a:t>The dashed vertical line is January 2023: everything to its left is history the models can learn from; everything to its right is data we hide from the models and test against. </a:t>
            </a:r>
          </a:p>
          <a:p>
            <a:endParaRPr lang="en-US"/>
          </a:p>
          <a:p>
            <a:r>
              <a:rPr lang="en-US"/>
              <a:t>Worth noting that some of the lines go up, some of the lines go down, and some of the lines, stay low.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charts are from cell 10 of our notebook - </a:t>
            </a:r>
          </a:p>
          <a:p>
            <a:r>
              <a:rPr lang="en-US"/>
              <a:t>The left chart depicts median market value by age</a:t>
            </a:r>
          </a:p>
          <a:p>
            <a:r>
              <a:rPr lang="en-US"/>
              <a:t>	median value rises steeply through the early 20s and peaks around 26 to 27 (about €50M), then drops</a:t>
            </a:r>
          </a:p>
          <a:p>
            <a:r>
              <a:rPr lang="en-US"/>
              <a:t>	ages in the cohort run 17.3 to 29.3</a:t>
            </a:r>
          </a:p>
          <a:p>
            <a:r>
              <a:rPr lang="en-US"/>
              <a:t>The right chart depicts average quarterly change in log value by quarter</a:t>
            </a:r>
          </a:p>
          <a:p>
            <a:r>
              <a:rPr lang="en-US"/>
              <a:t>	q2 is the lowest</a:t>
            </a:r>
          </a:p>
          <a:p>
            <a:r>
              <a:rPr lang="en-US"/>
              <a:t>Q4 is actually the highest bar, and q4 isn't a transfer window. the averages include filled-in quarters, so this might partly have more to do with the way </a:t>
            </a:r>
            <a:r>
              <a:rPr lang="en-US" err="1"/>
              <a:t>transfermarkt</a:t>
            </a:r>
            <a:r>
              <a:rPr lang="en-US"/>
              <a:t> updates player values, rather than real price seasonality. we haven't had the time or mental capacity to work through this. </a:t>
            </a:r>
          </a:p>
          <a:p>
            <a:r>
              <a:rPr lang="en-US"/>
              <a:t>we use age, alongside winter and summer flags (q1 and q3) as model inputs.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OKAY, this is our split summary.</a:t>
            </a:r>
          </a:p>
          <a:p>
            <a:r>
              <a:rPr lang="en-US"/>
              <a:t>Our validation chose </a:t>
            </a:r>
            <a:r>
              <a:rPr lang="en-US" err="1"/>
              <a:t>forcasts</a:t>
            </a:r>
            <a:r>
              <a:rPr lang="en-US"/>
              <a:t> that were made from q2 and q4 from the years 2020 and 2021. </a:t>
            </a:r>
          </a:p>
          <a:p>
            <a:r>
              <a:rPr lang="en-US"/>
              <a:t>we tested mainly on q1 of 2023 and q4 2024, (model didn't see or use these values before test, and confirmed performance.)</a:t>
            </a:r>
          </a:p>
          <a:p>
            <a:r>
              <a:rPr lang="en-US"/>
              <a:t>then we used q2 of 2025 and q4 of 2025 as a stress test.</a:t>
            </a:r>
          </a:p>
          <a:p>
            <a:endParaRPr lang="en-US"/>
          </a:p>
          <a:p>
            <a:r>
              <a:rPr lang="en-US"/>
              <a:t>15 players</a:t>
            </a:r>
          </a:p>
          <a:p>
            <a:r>
              <a:rPr lang="en-US"/>
              <a:t>Training rows: 335</a:t>
            </a:r>
          </a:p>
          <a:p>
            <a:r>
              <a:rPr lang="en-US"/>
              <a:t>test rows: 120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compared 9 models against Persistence, the benchmark assumption that says that next value equals today's value. </a:t>
            </a:r>
          </a:p>
          <a:p>
            <a:r>
              <a:rPr lang="en-US"/>
              <a:t>	all scored the same way: log MAE at 2 and 4 quarters ahead (6 and 12 months)</a:t>
            </a:r>
          </a:p>
          <a:p>
            <a:r>
              <a:rPr lang="en-US"/>
              <a:t>for our purposes, lower values are better:</a:t>
            </a:r>
          </a:p>
          <a:p>
            <a:r>
              <a:rPr lang="en-US"/>
              <a:t>	log error at h-2 and h=4 which is 6 and 12 months ahead. </a:t>
            </a:r>
          </a:p>
          <a:p>
            <a:r>
              <a:rPr lang="en-US"/>
              <a:t>two rows on validation: </a:t>
            </a:r>
          </a:p>
          <a:p>
            <a:r>
              <a:rPr lang="en-US"/>
              <a:t>	damped Holt 0.424 </a:t>
            </a:r>
          </a:p>
          <a:p>
            <a:r>
              <a:rPr lang="en-US"/>
              <a:t>	vs </a:t>
            </a:r>
          </a:p>
          <a:p>
            <a:r>
              <a:rPr lang="en-US"/>
              <a:t>	persistence 0.445 </a:t>
            </a:r>
          </a:p>
          <a:p>
            <a:endParaRPr lang="en-US"/>
          </a:p>
          <a:p>
            <a:r>
              <a:rPr lang="en-US"/>
              <a:t>Damped Holt had the lowest validation average, so we selected it.</a:t>
            </a:r>
          </a:p>
          <a:p>
            <a:r>
              <a:rPr lang="en-US"/>
              <a:t>In plain words, damped Holt follows a player's recent trend but lets it fade, so a rising player isn't projected upward forever.</a:t>
            </a:r>
          </a:p>
          <a:p>
            <a:endParaRPr lang="en-US"/>
          </a:p>
          <a:p>
            <a:r>
              <a:rPr lang="en-US"/>
              <a:t>Groups, if asked: trend followers (Holt, damped Holt); models using age and calendar flags (SARIMAX, pooled age drift); log-scale and per-player versions; and blends. </a:t>
            </a:r>
          </a:p>
          <a:p>
            <a:r>
              <a:rPr lang="en-US"/>
              <a:t>SARIMAX's seasonal part is switched off. </a:t>
            </a:r>
          </a:p>
          <a:p>
            <a:r>
              <a:rPr lang="en-US"/>
              <a:t>ARIMA and SARIMAX pick their settings by AIC.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Blue is validation, and</a:t>
            </a:r>
          </a:p>
          <a:p>
            <a:r>
              <a:rPr lang="en-US"/>
              <a:t>Orange is 2023-24 test, for five of the nine models.</a:t>
            </a:r>
          </a:p>
          <a:p>
            <a:r>
              <a:rPr lang="en-US"/>
              <a:t>On the test, damped Holt held up: 0.297 vs 0.377 for persistence, and it beat persistence for 14 of 15 players.</a:t>
            </a:r>
          </a:p>
          <a:p>
            <a:r>
              <a:rPr lang="en-US"/>
              <a:t>Persistence is the worst on the test. </a:t>
            </a:r>
          </a:p>
          <a:p>
            <a:r>
              <a:rPr lang="en-US"/>
              <a:t>'Track A', 'Track B' and 'combination' were what we called them in our notebook.</a:t>
            </a:r>
          </a:p>
          <a:p>
            <a:r>
              <a:rPr lang="en-US" err="1"/>
              <a:t>shijie's</a:t>
            </a:r>
            <a:r>
              <a:rPr lang="en-US"/>
              <a:t> model SARIMAX won. mine, pooled age drift, lost. I'm not mad. </a:t>
            </a:r>
          </a:p>
          <a:p>
            <a:r>
              <a:rPr lang="en-US"/>
              <a:t>but yeah I combined the two models which turned out to be something called damped holt.</a:t>
            </a:r>
          </a:p>
          <a:p>
            <a:r>
              <a:rPr lang="en-US"/>
              <a:t>plain Holt scored slightly better on the test (0.290) but worse on validation (0.470)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left side here is an 80% band around each forecast. it describes what we built from validation errors. it covered 93% of our 2023–24 test values, but only 20 of 30 in 2025. all 10 misses were below this band. </a:t>
            </a:r>
          </a:p>
          <a:p>
            <a:endParaRPr lang="en-US"/>
          </a:p>
          <a:p>
            <a:r>
              <a:rPr lang="en-US"/>
              <a:t>[Right side] Then 2025 happened. 11 of our 15 players lost value, a median drop of 25%. In that falling market, our chosen model, damped Holt, did slightly worse than just repeating last year's value: 0.335 versus 0.326. The best model in 2025 was the aging-curve model, at 0.279.</a:t>
            </a:r>
          </a:p>
          <a:p>
            <a:endParaRPr lang="en-US"/>
          </a:p>
          <a:p>
            <a:r>
              <a:rPr lang="en-US"/>
              <a:t>The band missed too. Only 20 of 30 real values landed inside it, and all 10 misses were below it, because we built it in a rising market.</a:t>
            </a:r>
          </a:p>
          <a:p>
            <a:endParaRPr lang="en-US"/>
          </a:p>
          <a:p>
            <a:r>
              <a:rPr lang="en-US"/>
              <a:t>So which model wins? [P3] will answer that."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full output of PPT Figure 3 (Cell 23): the chart and the table beneath it. Same numbers as the notebook; the chart is redrawn wide so it fits with the table on one slide. Log MAE at 6 and 12 months, lower is better. The winner changes in every period: Holt damped (our selected model) on validation, plain Holt on the 2023-24 test, pooled age drift in 2025. Scores are not comparable across periods because the test was easier. Labels still carry the notebook's tags (Track A, Track B, combination); ignore them when presenting.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the output of Cell 29 in our notebook (PPT key numbers). Final model: damped Holt on the euro scale, chosen on validation only. Beat the no-change guess on validation (0.424 vs 0.445) and clearly on the 2023-24 test (0.297 vs 0.377, and for 14 of 15 players), but not in 2025 (0.335 vs 0.326), where 20 of 30 real values fell inside the 80% band. Right: the final takeaways, shortened from the notebook's five points (Cell 30) but kept close to its wording. The final-model label still carries the notebook's tag '(combination)'; ignore it when presenting.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INTERACTIVE SLIDE. Use Slide Show mode. Click a player to see their forecast, 80% range and the real 2025 value; click 'All players' to return here. The 15 player slides are hidden, so normal clicking skips them and goes to the next slide. Players are grouped by their current league and ordered by value at the end of 2024.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INTERACTIVE SLIDE (Slide Show mode). Control panel: pick a player, a horizon (6 or 12 months) and a quoted fee, and the forecast, 80% range, fee verdict and sell/hold signal update. The fee buttons are multiples of the forecast (0.5x, 1x, 2x, 3x), so the verdict changes as you move across them. Rule: fee above the 80% range = OVERVALUED, inside = FAIR RANGE, below = UNDERVALUED; forecast below the 2024Q4 value = SELL WINDOW, otherwise HOLD / EXTEND. The range is the same percentage for every player, so even 2x the forecast can read 'fair'. Click Done to come back to this slide, then continue. Behind this slide are 120 hidden slides, one per combination (15 players x 2 horizons x 4 fees).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Phil Foden: value at the end of 2024 was €140.0M. Forecast (damped Holt) and 80% range at 6 and 12 months, with the real 2025 value. 2025Q2: forecast €149.3M, range €108.8M to €350.2M, real €100.0M (below the range). 2025Q4: forecast €158.5M, range €97.0M to €460.1M, real €80.0M (below the range).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Loïs Openda: value at the end of 2024 was €60.0M. Forecast (damped Holt) and 80% range at 6 and 12 months, with the real 2025 value. 2025Q2: forecast €59.5M, range €43.3M to €139.5M, real €50.0M (inside the range). 2025Q4: forecast €58.8M, range €36.0M to €170.8M, real €40.0M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Marcus Rashford: value at the end of 2024 was €55.0M. Forecast (damped Holt) and 80% range at 6 and 12 months, with the real 2025 value. 2025Q2: forecast €55.6M, range €40.5M to €130.4M, real €50.0M (inside the range). 2025Q4: forecast €56.1M, range €34.3M to €162.9M, real €40.0M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Pedro Neto: value at the end of 2024 was €55.0M. Forecast (damped Holt) and 80% range at 6 and 12 months, with the real 2025 value. 2025Q2: forecast €58.5M, range €42.6M to €137.1M, real €50.0M (inside the range). 2025Q4: forecast €61.9M, range €37.9M to €179.7M, real €60.0M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Ronald Araujo: value at the end of 2024 was €55.0M. Forecast (damped Holt) and 80% range at 6 and 12 months, with the real 2025 value. 2025Q2: forecast €47.3M, range €34.5M to €111.1M, real €35.0M (inside the range). 2025Q4: forecast €38.0M, range €23.2M to €110.3M, real €25.0M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Matheus Cunha: value at the end of 2024 was €50.0M. Forecast (damped Holt) and 80% range at 6 and 12 months, with the real 2025 value. 2025Q2: forecast €52.7M, range €38.4M to €123.7M, real €60.0M (inside the range). 2025Q4: forecast €55.8M, range €34.2M to €162.2M, real €70.0M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Oihan Sancet: value at the end of 2024 was €50.0M. Forecast (damped Holt) and 80% range at 6 and 12 months, with the real 2025 value. 2025Q2: forecast €51.9M, range €37.8M to €121.8M, real €60.0M (inside the range). 2025Q4: forecast €58.3M, range €35.7M to €169.2M, real €40.0M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Teun Koopmeiners: value at the end of 2024 was €50.0M. Forecast (damped Holt) and 80% range at 6 and 12 months, with the real 2025 value. 2025Q2: forecast €53.5M, range €39.0M to €125.4M, real €35.0M (below the range). 2025Q4: forecast €56.6M, range €34.6M to €164.3M, real €28.0M (below the range).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Khéphren Thuram: value at the end of 2024 was €35.0M. Forecast (damped Holt) and 80% range at 6 and 12 months, with the real 2025 value. 2025Q2: forecast €34.8M, range €25.4M to €81.6M, real €40.0M (inside the range). 2025Q4: forecast €34.7M, range €21.2M to €100.8M, real €40.0M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Nayef Aguerd: value at the end of 2024 was €35.0M. Forecast (damped Holt) and 80% range at 6 and 12 months, with the real 2025 value. 2025Q2: forecast €34.2M, range €24.9M to €80.1M, real €18.0M (below the range). 2025Q4: forecast €33.8M, range €20.7M to €98.1M, real €22.0M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Serge Gnabry: value at the end of 2024 was €35.0M. Forecast (damped Holt) and 80% range at 6 and 12 months, with the real 2025 value. 2025Q2: forecast €32.0M, range €23.3M to €75.1M, real €22.0M (below the range). 2025Q4: forecast €29.2M, range €17.9M to €84.9M, real €20.0M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Kang-in Lee: value at the end of 2024 was €30.0M. Forecast (damped Holt) and 80% range at 6 and 12 months, with the real 2025 value. 2025Q2: forecast €32.1M, range €23.4M to €75.4M, real €25.0M (inside the range). 2025Q4: forecast €34.2M, range €21.0M to €99.5M, real €25.0M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Waldemar Anton: value at the end of 2024 was €24.0M. Forecast (damped Holt) and 80% range at 6 and 12 months, with the real 2025 value. 2025Q2: forecast €27.5M, range €20.0M to €64.5M, real €18.0M (below the range). 2025Q4: forecast €29.7M, range €18.2M to €86.2M, real €18.0M (below the range).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Christoph Baumgartner: value at the end of 2024 was €18.0M. Forecast (damped Holt) and 80% range at 6 and 12 months, with the real 2025 value. 2025Q2: forecast €17.6M, range €12.8M to €41.3M, real €12.0M (below the range). 2025Q4: forecast €17.3M, range €10.6M to €50.3M, real €20.0M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Jordan Teze: value at the end of 2024 was €15.0M. Forecast (damped Holt) and 80% range at 6 and 12 months, with the real 2025 value. 2025Q2: forecast €16.0M, range €11.7M to €37.6M, real €9.0M (below the range). 2025Q4: forecast €17.0M, range €10.4M to €49.4M, real €12.0M (inside the range).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NUM">
    <p:bg>
      <p:bgPr>
        <a:solidFill>
          <a:srgbClr val="0B3D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76656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7C4B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NONUM">
    <p:bg>
      <p:bgPr>
        <a:solidFill>
          <a:srgbClr val="0B3D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76656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NONUM">
    <p:bg>
      <p:bgPr>
        <a:solidFill>
          <a:srgbClr val="F3F6F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7C4B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slide" Target="slide30.xml"/><Relationship Id="rId18" Type="http://schemas.openxmlformats.org/officeDocument/2006/relationships/image" Target="../media/image10.png"/><Relationship Id="rId3" Type="http://schemas.openxmlformats.org/officeDocument/2006/relationships/slide" Target="slide18.xml"/><Relationship Id="rId7" Type="http://schemas.openxmlformats.org/officeDocument/2006/relationships/slide" Target="slide22.xml"/><Relationship Id="rId12" Type="http://schemas.openxmlformats.org/officeDocument/2006/relationships/slide" Target="slide28.xml"/><Relationship Id="rId17" Type="http://schemas.openxmlformats.org/officeDocument/2006/relationships/slide" Target="slide32.xml"/><Relationship Id="rId2" Type="http://schemas.openxmlformats.org/officeDocument/2006/relationships/notesSlide" Target="../notesSlides/notesSlide16.xml"/><Relationship Id="rId16" Type="http://schemas.openxmlformats.org/officeDocument/2006/relationships/slide" Target="slide29.xml"/><Relationship Id="rId1" Type="http://schemas.openxmlformats.org/officeDocument/2006/relationships/slideLayout" Target="../slideLayouts/slideLayout5.xml"/><Relationship Id="rId6" Type="http://schemas.openxmlformats.org/officeDocument/2006/relationships/slide" Target="slide20.xml"/><Relationship Id="rId11" Type="http://schemas.openxmlformats.org/officeDocument/2006/relationships/slide" Target="slide26.xml"/><Relationship Id="rId5" Type="http://schemas.openxmlformats.org/officeDocument/2006/relationships/slide" Target="slide23.xml"/><Relationship Id="rId15" Type="http://schemas.openxmlformats.org/officeDocument/2006/relationships/slide" Target="slide27.xml"/><Relationship Id="rId10" Type="http://schemas.openxmlformats.org/officeDocument/2006/relationships/slide" Target="slide25.xml"/><Relationship Id="rId4" Type="http://schemas.openxmlformats.org/officeDocument/2006/relationships/slide" Target="slide21.xml"/><Relationship Id="rId9" Type="http://schemas.openxmlformats.org/officeDocument/2006/relationships/slide" Target="slide19.xml"/><Relationship Id="rId14" Type="http://schemas.openxmlformats.org/officeDocument/2006/relationships/slide" Target="slide31.xml"/></Relationships>
</file>

<file path=ppt/slides/_rels/slide17.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37.xml"/><Relationship Id="rId7" Type="http://schemas.openxmlformats.org/officeDocument/2006/relationships/slide" Target="slide72.xml"/><Relationship Id="rId12" Type="http://schemas.openxmlformats.org/officeDocument/2006/relationships/slide" Target="slide112.xml"/><Relationship Id="rId17" Type="http://schemas.openxmlformats.org/officeDocument/2006/relationships/slide" Target="slide152.xml"/><Relationship Id="rId2" Type="http://schemas.openxmlformats.org/officeDocument/2006/relationships/notesSlide" Target="../notesSlides/notesSlide17.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slide" Target="slide64.xml"/><Relationship Id="rId11" Type="http://schemas.openxmlformats.org/officeDocument/2006/relationships/slide" Target="slide104.xml"/><Relationship Id="rId24" Type="http://schemas.openxmlformats.org/officeDocument/2006/relationships/image" Target="../media/image14.png"/><Relationship Id="rId5" Type="http://schemas.openxmlformats.org/officeDocument/2006/relationships/slide" Target="slide56.xml"/><Relationship Id="rId15" Type="http://schemas.openxmlformats.org/officeDocument/2006/relationships/slide" Target="slide136.xml"/><Relationship Id="rId23" Type="http://schemas.openxmlformats.org/officeDocument/2006/relationships/slide" Target="slide39.xml"/><Relationship Id="rId10" Type="http://schemas.openxmlformats.org/officeDocument/2006/relationships/slide" Target="slide96.xml"/><Relationship Id="rId19" Type="http://schemas.openxmlformats.org/officeDocument/2006/relationships/slide" Target="slide36.xml"/><Relationship Id="rId4" Type="http://schemas.openxmlformats.org/officeDocument/2006/relationships/slide" Target="slide48.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3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9.png"/><Relationship Id="rId4" Type="http://schemas.openxmlformats.org/officeDocument/2006/relationships/slide" Target="slide1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slide" Target="slide1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slide" Target="slide1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slide" Target="slide1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3.png"/><Relationship Id="rId4" Type="http://schemas.openxmlformats.org/officeDocument/2006/relationships/slide" Target="slide1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4.png"/><Relationship Id="rId4" Type="http://schemas.openxmlformats.org/officeDocument/2006/relationships/slide" Target="slide1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5.png"/><Relationship Id="rId4" Type="http://schemas.openxmlformats.org/officeDocument/2006/relationships/slide" Target="slide1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6.png"/><Relationship Id="rId4" Type="http://schemas.openxmlformats.org/officeDocument/2006/relationships/slide" Target="slide16.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7.png"/><Relationship Id="rId4" Type="http://schemas.openxmlformats.org/officeDocument/2006/relationships/slide" Target="slide16.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8.png"/><Relationship Id="rId4" Type="http://schemas.openxmlformats.org/officeDocument/2006/relationships/slide" Target="slide16.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29.png"/><Relationship Id="rId4" Type="http://schemas.openxmlformats.org/officeDocument/2006/relationships/slide" Target="slide16.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30.png"/><Relationship Id="rId4" Type="http://schemas.openxmlformats.org/officeDocument/2006/relationships/slide" Target="slide1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31.png"/><Relationship Id="rId4" Type="http://schemas.openxmlformats.org/officeDocument/2006/relationships/slide" Target="slide1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32.png"/><Relationship Id="rId4" Type="http://schemas.openxmlformats.org/officeDocument/2006/relationships/slide" Target="slide16.xml"/></Relationships>
</file>

<file path=ppt/slides/_rels/slide33.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34.xml"/><Relationship Id="rId7" Type="http://schemas.openxmlformats.org/officeDocument/2006/relationships/slide" Target="slide65.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33.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7.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9.xml"/><Relationship Id="rId15" Type="http://schemas.openxmlformats.org/officeDocument/2006/relationships/slide" Target="slide129.xml"/><Relationship Id="rId23" Type="http://schemas.openxmlformats.org/officeDocument/2006/relationships/slide" Target="slide36.xml"/><Relationship Id="rId10" Type="http://schemas.openxmlformats.org/officeDocument/2006/relationships/slide" Target="slide89.xml"/><Relationship Id="rId19" Type="http://schemas.openxmlformats.org/officeDocument/2006/relationships/slide" Target="slide37.xml"/><Relationship Id="rId4" Type="http://schemas.openxmlformats.org/officeDocument/2006/relationships/slide" Target="slide41.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35.xml"/></Relationships>
</file>

<file path=ppt/slides/_rels/slide34.xml.rels><?xml version="1.0" encoding="UTF-8" standalone="yes"?>
<Relationships xmlns="http://schemas.openxmlformats.org/package/2006/relationships"><Relationship Id="rId8" Type="http://schemas.openxmlformats.org/officeDocument/2006/relationships/slide" Target="slide74.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33.xml"/><Relationship Id="rId7" Type="http://schemas.openxmlformats.org/officeDocument/2006/relationships/slide" Target="slide66.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34.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8.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50.xml"/><Relationship Id="rId15" Type="http://schemas.openxmlformats.org/officeDocument/2006/relationships/slide" Target="slide130.xml"/><Relationship Id="rId23" Type="http://schemas.openxmlformats.org/officeDocument/2006/relationships/slide" Target="slide36.xml"/><Relationship Id="rId10" Type="http://schemas.openxmlformats.org/officeDocument/2006/relationships/slide" Target="slide90.xml"/><Relationship Id="rId19" Type="http://schemas.openxmlformats.org/officeDocument/2006/relationships/slide" Target="slide38.xml"/><Relationship Id="rId4" Type="http://schemas.openxmlformats.org/officeDocument/2006/relationships/slide" Target="slide42.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35.xml"/></Relationships>
</file>

<file path=ppt/slides/_rels/slide35.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33.xml"/><Relationship Id="rId7" Type="http://schemas.openxmlformats.org/officeDocument/2006/relationships/slide" Target="slide67.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35.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9.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51.xml"/><Relationship Id="rId15" Type="http://schemas.openxmlformats.org/officeDocument/2006/relationships/slide" Target="slide131.xml"/><Relationship Id="rId23" Type="http://schemas.openxmlformats.org/officeDocument/2006/relationships/slide" Target="slide36.xml"/><Relationship Id="rId10" Type="http://schemas.openxmlformats.org/officeDocument/2006/relationships/slide" Target="slide91.xml"/><Relationship Id="rId19" Type="http://schemas.openxmlformats.org/officeDocument/2006/relationships/slide" Target="slide39.xml"/><Relationship Id="rId4" Type="http://schemas.openxmlformats.org/officeDocument/2006/relationships/slide" Target="slide43.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34.xml"/></Relationships>
</file>

<file path=ppt/slides/_rels/slide36.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33.xml"/><Relationship Id="rId7" Type="http://schemas.openxmlformats.org/officeDocument/2006/relationships/slide" Target="slide68.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36.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0.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52.xml"/><Relationship Id="rId15" Type="http://schemas.openxmlformats.org/officeDocument/2006/relationships/slide" Target="slide132.xml"/><Relationship Id="rId23" Type="http://schemas.openxmlformats.org/officeDocument/2006/relationships/slide" Target="slide35.xml"/><Relationship Id="rId10" Type="http://schemas.openxmlformats.org/officeDocument/2006/relationships/slide" Target="slide92.xml"/><Relationship Id="rId19" Type="http://schemas.openxmlformats.org/officeDocument/2006/relationships/slide" Target="slide40.xml"/><Relationship Id="rId4" Type="http://schemas.openxmlformats.org/officeDocument/2006/relationships/slide" Target="slide44.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34.xml"/></Relationships>
</file>

<file path=ppt/slides/_rels/slide37.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38.xml"/><Relationship Id="rId7" Type="http://schemas.openxmlformats.org/officeDocument/2006/relationships/slide" Target="slide69.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37.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1.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53.xml"/><Relationship Id="rId15" Type="http://schemas.openxmlformats.org/officeDocument/2006/relationships/slide" Target="slide133.xml"/><Relationship Id="rId23" Type="http://schemas.openxmlformats.org/officeDocument/2006/relationships/slide" Target="slide40.xml"/><Relationship Id="rId10" Type="http://schemas.openxmlformats.org/officeDocument/2006/relationships/slide" Target="slide93.xml"/><Relationship Id="rId19" Type="http://schemas.openxmlformats.org/officeDocument/2006/relationships/slide" Target="slide33.xml"/><Relationship Id="rId4" Type="http://schemas.openxmlformats.org/officeDocument/2006/relationships/slide" Target="slide45.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39.xml"/></Relationships>
</file>

<file path=ppt/slides/_rels/slide38.xml.rels><?xml version="1.0" encoding="UTF-8" standalone="yes"?>
<Relationships xmlns="http://schemas.openxmlformats.org/package/2006/relationships"><Relationship Id="rId8" Type="http://schemas.openxmlformats.org/officeDocument/2006/relationships/slide" Target="slide78.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37.xml"/><Relationship Id="rId7" Type="http://schemas.openxmlformats.org/officeDocument/2006/relationships/slide" Target="slide70.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38.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2.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54.xml"/><Relationship Id="rId15" Type="http://schemas.openxmlformats.org/officeDocument/2006/relationships/slide" Target="slide134.xml"/><Relationship Id="rId23" Type="http://schemas.openxmlformats.org/officeDocument/2006/relationships/slide" Target="slide40.xml"/><Relationship Id="rId10" Type="http://schemas.openxmlformats.org/officeDocument/2006/relationships/slide" Target="slide94.xml"/><Relationship Id="rId19" Type="http://schemas.openxmlformats.org/officeDocument/2006/relationships/slide" Target="slide34.xml"/><Relationship Id="rId4" Type="http://schemas.openxmlformats.org/officeDocument/2006/relationships/slide" Target="slide46.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39.xml"/></Relationships>
</file>

<file path=ppt/slides/_rels/slide39.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37.xml"/><Relationship Id="rId7" Type="http://schemas.openxmlformats.org/officeDocument/2006/relationships/slide" Target="slide71.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39.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3.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55.xml"/><Relationship Id="rId15" Type="http://schemas.openxmlformats.org/officeDocument/2006/relationships/slide" Target="slide135.xml"/><Relationship Id="rId23" Type="http://schemas.openxmlformats.org/officeDocument/2006/relationships/slide" Target="slide40.xml"/><Relationship Id="rId10" Type="http://schemas.openxmlformats.org/officeDocument/2006/relationships/slide" Target="slide95.xml"/><Relationship Id="rId19" Type="http://schemas.openxmlformats.org/officeDocument/2006/relationships/slide" Target="slide35.xml"/><Relationship Id="rId4" Type="http://schemas.openxmlformats.org/officeDocument/2006/relationships/slide" Target="slide47.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38.xml"/></Relationships>
</file>

<file path=ppt/slides/_rels/slide40.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37.xml"/><Relationship Id="rId7" Type="http://schemas.openxmlformats.org/officeDocument/2006/relationships/slide" Target="slide72.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40.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4.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56.xml"/><Relationship Id="rId15" Type="http://schemas.openxmlformats.org/officeDocument/2006/relationships/slide" Target="slide136.xml"/><Relationship Id="rId23" Type="http://schemas.openxmlformats.org/officeDocument/2006/relationships/slide" Target="slide39.xml"/><Relationship Id="rId10" Type="http://schemas.openxmlformats.org/officeDocument/2006/relationships/slide" Target="slide96.xml"/><Relationship Id="rId19" Type="http://schemas.openxmlformats.org/officeDocument/2006/relationships/slide" Target="slide36.xml"/><Relationship Id="rId4" Type="http://schemas.openxmlformats.org/officeDocument/2006/relationships/slide" Target="slide48.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38.xml"/></Relationships>
</file>

<file path=ppt/slides/_rels/slide41.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42.xml"/><Relationship Id="rId7" Type="http://schemas.openxmlformats.org/officeDocument/2006/relationships/slide" Target="slide65.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41.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7.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9.xml"/><Relationship Id="rId15" Type="http://schemas.openxmlformats.org/officeDocument/2006/relationships/slide" Target="slide129.xml"/><Relationship Id="rId23" Type="http://schemas.openxmlformats.org/officeDocument/2006/relationships/slide" Target="slide44.xml"/><Relationship Id="rId10" Type="http://schemas.openxmlformats.org/officeDocument/2006/relationships/slide" Target="slide89.xml"/><Relationship Id="rId19" Type="http://schemas.openxmlformats.org/officeDocument/2006/relationships/slide" Target="slide45.xml"/><Relationship Id="rId4" Type="http://schemas.openxmlformats.org/officeDocument/2006/relationships/slide" Target="slide33.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43.xml"/></Relationships>
</file>

<file path=ppt/slides/_rels/slide42.xml.rels><?xml version="1.0" encoding="UTF-8" standalone="yes"?>
<Relationships xmlns="http://schemas.openxmlformats.org/package/2006/relationships"><Relationship Id="rId8" Type="http://schemas.openxmlformats.org/officeDocument/2006/relationships/slide" Target="slide74.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1.xml"/><Relationship Id="rId7" Type="http://schemas.openxmlformats.org/officeDocument/2006/relationships/slide" Target="slide66.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42.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8.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50.xml"/><Relationship Id="rId15" Type="http://schemas.openxmlformats.org/officeDocument/2006/relationships/slide" Target="slide130.xml"/><Relationship Id="rId23" Type="http://schemas.openxmlformats.org/officeDocument/2006/relationships/slide" Target="slide44.xml"/><Relationship Id="rId10" Type="http://schemas.openxmlformats.org/officeDocument/2006/relationships/slide" Target="slide90.xml"/><Relationship Id="rId19" Type="http://schemas.openxmlformats.org/officeDocument/2006/relationships/slide" Target="slide46.xml"/><Relationship Id="rId4" Type="http://schemas.openxmlformats.org/officeDocument/2006/relationships/slide" Target="slide34.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43.xml"/></Relationships>
</file>

<file path=ppt/slides/_rels/slide43.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1.xml"/><Relationship Id="rId7" Type="http://schemas.openxmlformats.org/officeDocument/2006/relationships/slide" Target="slide67.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43.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9.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51.xml"/><Relationship Id="rId15" Type="http://schemas.openxmlformats.org/officeDocument/2006/relationships/slide" Target="slide131.xml"/><Relationship Id="rId23" Type="http://schemas.openxmlformats.org/officeDocument/2006/relationships/slide" Target="slide44.xml"/><Relationship Id="rId10" Type="http://schemas.openxmlformats.org/officeDocument/2006/relationships/slide" Target="slide91.xml"/><Relationship Id="rId19" Type="http://schemas.openxmlformats.org/officeDocument/2006/relationships/slide" Target="slide47.xml"/><Relationship Id="rId4" Type="http://schemas.openxmlformats.org/officeDocument/2006/relationships/slide" Target="slide35.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42.xml"/></Relationships>
</file>

<file path=ppt/slides/_rels/slide44.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41.xml"/><Relationship Id="rId7" Type="http://schemas.openxmlformats.org/officeDocument/2006/relationships/slide" Target="slide68.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44.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0.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52.xml"/><Relationship Id="rId15" Type="http://schemas.openxmlformats.org/officeDocument/2006/relationships/slide" Target="slide132.xml"/><Relationship Id="rId23" Type="http://schemas.openxmlformats.org/officeDocument/2006/relationships/slide" Target="slide43.xml"/><Relationship Id="rId10" Type="http://schemas.openxmlformats.org/officeDocument/2006/relationships/slide" Target="slide92.xml"/><Relationship Id="rId19" Type="http://schemas.openxmlformats.org/officeDocument/2006/relationships/slide" Target="slide48.xml"/><Relationship Id="rId4" Type="http://schemas.openxmlformats.org/officeDocument/2006/relationships/slide" Target="slide36.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42.xml"/></Relationships>
</file>

<file path=ppt/slides/_rels/slide45.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46.xml"/><Relationship Id="rId7" Type="http://schemas.openxmlformats.org/officeDocument/2006/relationships/slide" Target="slide69.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45.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1.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53.xml"/><Relationship Id="rId15" Type="http://schemas.openxmlformats.org/officeDocument/2006/relationships/slide" Target="slide133.xml"/><Relationship Id="rId23" Type="http://schemas.openxmlformats.org/officeDocument/2006/relationships/slide" Target="slide48.xml"/><Relationship Id="rId10" Type="http://schemas.openxmlformats.org/officeDocument/2006/relationships/slide" Target="slide93.xml"/><Relationship Id="rId19" Type="http://schemas.openxmlformats.org/officeDocument/2006/relationships/slide" Target="slide41.xml"/><Relationship Id="rId4" Type="http://schemas.openxmlformats.org/officeDocument/2006/relationships/slide" Target="slide37.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47.xml"/></Relationships>
</file>

<file path=ppt/slides/_rels/slide46.xml.rels><?xml version="1.0" encoding="UTF-8" standalone="yes"?>
<Relationships xmlns="http://schemas.openxmlformats.org/package/2006/relationships"><Relationship Id="rId8" Type="http://schemas.openxmlformats.org/officeDocument/2006/relationships/slide" Target="slide78.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5.xml"/><Relationship Id="rId7" Type="http://schemas.openxmlformats.org/officeDocument/2006/relationships/slide" Target="slide70.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46.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2.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54.xml"/><Relationship Id="rId15" Type="http://schemas.openxmlformats.org/officeDocument/2006/relationships/slide" Target="slide134.xml"/><Relationship Id="rId23" Type="http://schemas.openxmlformats.org/officeDocument/2006/relationships/slide" Target="slide48.xml"/><Relationship Id="rId10" Type="http://schemas.openxmlformats.org/officeDocument/2006/relationships/slide" Target="slide94.xml"/><Relationship Id="rId19" Type="http://schemas.openxmlformats.org/officeDocument/2006/relationships/slide" Target="slide42.xml"/><Relationship Id="rId4" Type="http://schemas.openxmlformats.org/officeDocument/2006/relationships/slide" Target="slide38.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47.xml"/></Relationships>
</file>

<file path=ppt/slides/_rels/slide47.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5.xml"/><Relationship Id="rId7" Type="http://schemas.openxmlformats.org/officeDocument/2006/relationships/slide" Target="slide71.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47.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3.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55.xml"/><Relationship Id="rId15" Type="http://schemas.openxmlformats.org/officeDocument/2006/relationships/slide" Target="slide135.xml"/><Relationship Id="rId23" Type="http://schemas.openxmlformats.org/officeDocument/2006/relationships/slide" Target="slide48.xml"/><Relationship Id="rId10" Type="http://schemas.openxmlformats.org/officeDocument/2006/relationships/slide" Target="slide95.xml"/><Relationship Id="rId19" Type="http://schemas.openxmlformats.org/officeDocument/2006/relationships/slide" Target="slide43.xml"/><Relationship Id="rId4" Type="http://schemas.openxmlformats.org/officeDocument/2006/relationships/slide" Target="slide39.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46.xml"/></Relationships>
</file>

<file path=ppt/slides/_rels/slide48.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45.xml"/><Relationship Id="rId7" Type="http://schemas.openxmlformats.org/officeDocument/2006/relationships/slide" Target="slide72.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48.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4.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56.xml"/><Relationship Id="rId15" Type="http://schemas.openxmlformats.org/officeDocument/2006/relationships/slide" Target="slide136.xml"/><Relationship Id="rId23" Type="http://schemas.openxmlformats.org/officeDocument/2006/relationships/slide" Target="slide47.xml"/><Relationship Id="rId10" Type="http://schemas.openxmlformats.org/officeDocument/2006/relationships/slide" Target="slide96.xml"/><Relationship Id="rId19" Type="http://schemas.openxmlformats.org/officeDocument/2006/relationships/slide" Target="slide44.xml"/><Relationship Id="rId4" Type="http://schemas.openxmlformats.org/officeDocument/2006/relationships/slide" Target="slide40.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46.xml"/></Relationships>
</file>

<file path=ppt/slides/_rels/slide49.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50.xml"/><Relationship Id="rId7" Type="http://schemas.openxmlformats.org/officeDocument/2006/relationships/slide" Target="slide65.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49.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7.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52.xml"/><Relationship Id="rId10" Type="http://schemas.openxmlformats.org/officeDocument/2006/relationships/slide" Target="slide89.xml"/><Relationship Id="rId19" Type="http://schemas.openxmlformats.org/officeDocument/2006/relationships/slide" Target="slide53.xml"/><Relationship Id="rId4" Type="http://schemas.openxmlformats.org/officeDocument/2006/relationships/slide" Target="slide33.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51.xml"/></Relationships>
</file>

<file path=ppt/slides/_rels/slide50.xml.rels><?xml version="1.0" encoding="UTF-8" standalone="yes"?>
<Relationships xmlns="http://schemas.openxmlformats.org/package/2006/relationships"><Relationship Id="rId8" Type="http://schemas.openxmlformats.org/officeDocument/2006/relationships/slide" Target="slide74.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9.xml"/><Relationship Id="rId7" Type="http://schemas.openxmlformats.org/officeDocument/2006/relationships/slide" Target="slide66.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50.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8.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52.xml"/><Relationship Id="rId10" Type="http://schemas.openxmlformats.org/officeDocument/2006/relationships/slide" Target="slide90.xml"/><Relationship Id="rId19" Type="http://schemas.openxmlformats.org/officeDocument/2006/relationships/slide" Target="slide54.xml"/><Relationship Id="rId4" Type="http://schemas.openxmlformats.org/officeDocument/2006/relationships/slide" Target="slide34.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51.xml"/></Relationships>
</file>

<file path=ppt/slides/_rels/slide51.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49.xml"/><Relationship Id="rId7" Type="http://schemas.openxmlformats.org/officeDocument/2006/relationships/slide" Target="slide67.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51.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9.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52.xml"/><Relationship Id="rId10" Type="http://schemas.openxmlformats.org/officeDocument/2006/relationships/slide" Target="slide91.xml"/><Relationship Id="rId19" Type="http://schemas.openxmlformats.org/officeDocument/2006/relationships/slide" Target="slide55.xml"/><Relationship Id="rId4" Type="http://schemas.openxmlformats.org/officeDocument/2006/relationships/slide" Target="slide35.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50.xml"/></Relationships>
</file>

<file path=ppt/slides/_rels/slide52.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49.xml"/><Relationship Id="rId7" Type="http://schemas.openxmlformats.org/officeDocument/2006/relationships/slide" Target="slide68.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52.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0.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51.xml"/><Relationship Id="rId10" Type="http://schemas.openxmlformats.org/officeDocument/2006/relationships/slide" Target="slide92.xml"/><Relationship Id="rId19" Type="http://schemas.openxmlformats.org/officeDocument/2006/relationships/slide" Target="slide56.xml"/><Relationship Id="rId4" Type="http://schemas.openxmlformats.org/officeDocument/2006/relationships/slide" Target="slide36.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50.xml"/></Relationships>
</file>

<file path=ppt/slides/_rels/slide53.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54.xml"/><Relationship Id="rId7" Type="http://schemas.openxmlformats.org/officeDocument/2006/relationships/slide" Target="slide69.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53.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1.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56.xml"/><Relationship Id="rId10" Type="http://schemas.openxmlformats.org/officeDocument/2006/relationships/slide" Target="slide93.xml"/><Relationship Id="rId19" Type="http://schemas.openxmlformats.org/officeDocument/2006/relationships/slide" Target="slide49.xml"/><Relationship Id="rId4" Type="http://schemas.openxmlformats.org/officeDocument/2006/relationships/slide" Target="slide37.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55.xml"/></Relationships>
</file>

<file path=ppt/slides/_rels/slide54.xml.rels><?xml version="1.0" encoding="UTF-8" standalone="yes"?>
<Relationships xmlns="http://schemas.openxmlformats.org/package/2006/relationships"><Relationship Id="rId8" Type="http://schemas.openxmlformats.org/officeDocument/2006/relationships/slide" Target="slide78.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53.xml"/><Relationship Id="rId7" Type="http://schemas.openxmlformats.org/officeDocument/2006/relationships/slide" Target="slide70.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54.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2.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56.xml"/><Relationship Id="rId10" Type="http://schemas.openxmlformats.org/officeDocument/2006/relationships/slide" Target="slide94.xml"/><Relationship Id="rId19" Type="http://schemas.openxmlformats.org/officeDocument/2006/relationships/slide" Target="slide50.xml"/><Relationship Id="rId4" Type="http://schemas.openxmlformats.org/officeDocument/2006/relationships/slide" Target="slide38.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55.xml"/></Relationships>
</file>

<file path=ppt/slides/_rels/slide55.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53.xml"/><Relationship Id="rId7" Type="http://schemas.openxmlformats.org/officeDocument/2006/relationships/slide" Target="slide71.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55.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3.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56.xml"/><Relationship Id="rId10" Type="http://schemas.openxmlformats.org/officeDocument/2006/relationships/slide" Target="slide95.xml"/><Relationship Id="rId19" Type="http://schemas.openxmlformats.org/officeDocument/2006/relationships/slide" Target="slide51.xml"/><Relationship Id="rId4" Type="http://schemas.openxmlformats.org/officeDocument/2006/relationships/slide" Target="slide39.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54.xml"/></Relationships>
</file>

<file path=ppt/slides/_rels/slide56.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53.xml"/><Relationship Id="rId7" Type="http://schemas.openxmlformats.org/officeDocument/2006/relationships/slide" Target="slide72.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56.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64.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55.xml"/><Relationship Id="rId10" Type="http://schemas.openxmlformats.org/officeDocument/2006/relationships/slide" Target="slide96.xml"/><Relationship Id="rId19" Type="http://schemas.openxmlformats.org/officeDocument/2006/relationships/slide" Target="slide52.xml"/><Relationship Id="rId4" Type="http://schemas.openxmlformats.org/officeDocument/2006/relationships/slide" Target="slide40.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54.xml"/></Relationships>
</file>

<file path=ppt/slides/_rels/slide57.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58.xml"/><Relationship Id="rId7" Type="http://schemas.openxmlformats.org/officeDocument/2006/relationships/slide" Target="slide65.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57.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60.xml"/><Relationship Id="rId10" Type="http://schemas.openxmlformats.org/officeDocument/2006/relationships/slide" Target="slide89.xml"/><Relationship Id="rId19" Type="http://schemas.openxmlformats.org/officeDocument/2006/relationships/slide" Target="slide61.xml"/><Relationship Id="rId4" Type="http://schemas.openxmlformats.org/officeDocument/2006/relationships/slide" Target="slide33.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59.xml"/></Relationships>
</file>

<file path=ppt/slides/_rels/slide58.xml.rels><?xml version="1.0" encoding="UTF-8" standalone="yes"?>
<Relationships xmlns="http://schemas.openxmlformats.org/package/2006/relationships"><Relationship Id="rId8" Type="http://schemas.openxmlformats.org/officeDocument/2006/relationships/slide" Target="slide74.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57.xml"/><Relationship Id="rId7" Type="http://schemas.openxmlformats.org/officeDocument/2006/relationships/slide" Target="slide66.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58.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60.xml"/><Relationship Id="rId10" Type="http://schemas.openxmlformats.org/officeDocument/2006/relationships/slide" Target="slide90.xml"/><Relationship Id="rId19" Type="http://schemas.openxmlformats.org/officeDocument/2006/relationships/slide" Target="slide62.xml"/><Relationship Id="rId4" Type="http://schemas.openxmlformats.org/officeDocument/2006/relationships/slide" Target="slide34.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59.xml"/></Relationships>
</file>

<file path=ppt/slides/_rels/slide59.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57.xml"/><Relationship Id="rId7" Type="http://schemas.openxmlformats.org/officeDocument/2006/relationships/slide" Target="slide67.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59.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60.xml"/><Relationship Id="rId10" Type="http://schemas.openxmlformats.org/officeDocument/2006/relationships/slide" Target="slide91.xml"/><Relationship Id="rId19" Type="http://schemas.openxmlformats.org/officeDocument/2006/relationships/slide" Target="slide63.xml"/><Relationship Id="rId4" Type="http://schemas.openxmlformats.org/officeDocument/2006/relationships/slide" Target="slide35.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58.xml"/></Relationships>
</file>

<file path=ppt/slides/_rels/slide60.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57.xml"/><Relationship Id="rId7" Type="http://schemas.openxmlformats.org/officeDocument/2006/relationships/slide" Target="slide68.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60.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59.xml"/><Relationship Id="rId10" Type="http://schemas.openxmlformats.org/officeDocument/2006/relationships/slide" Target="slide92.xml"/><Relationship Id="rId19" Type="http://schemas.openxmlformats.org/officeDocument/2006/relationships/slide" Target="slide64.xml"/><Relationship Id="rId4" Type="http://schemas.openxmlformats.org/officeDocument/2006/relationships/slide" Target="slide36.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58.xml"/></Relationships>
</file>

<file path=ppt/slides/_rels/slide61.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62.xml"/><Relationship Id="rId7" Type="http://schemas.openxmlformats.org/officeDocument/2006/relationships/slide" Target="slide69.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61.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64.xml"/><Relationship Id="rId10" Type="http://schemas.openxmlformats.org/officeDocument/2006/relationships/slide" Target="slide93.xml"/><Relationship Id="rId19" Type="http://schemas.openxmlformats.org/officeDocument/2006/relationships/slide" Target="slide57.xml"/><Relationship Id="rId4" Type="http://schemas.openxmlformats.org/officeDocument/2006/relationships/slide" Target="slide37.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63.xml"/></Relationships>
</file>

<file path=ppt/slides/_rels/slide62.xml.rels><?xml version="1.0" encoding="UTF-8" standalone="yes"?>
<Relationships xmlns="http://schemas.openxmlformats.org/package/2006/relationships"><Relationship Id="rId8" Type="http://schemas.openxmlformats.org/officeDocument/2006/relationships/slide" Target="slide78.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61.xml"/><Relationship Id="rId7" Type="http://schemas.openxmlformats.org/officeDocument/2006/relationships/slide" Target="slide70.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62.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64.xml"/><Relationship Id="rId10" Type="http://schemas.openxmlformats.org/officeDocument/2006/relationships/slide" Target="slide94.xml"/><Relationship Id="rId19" Type="http://schemas.openxmlformats.org/officeDocument/2006/relationships/slide" Target="slide58.xml"/><Relationship Id="rId4" Type="http://schemas.openxmlformats.org/officeDocument/2006/relationships/slide" Target="slide38.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63.xml"/></Relationships>
</file>

<file path=ppt/slides/_rels/slide63.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61.xml"/><Relationship Id="rId7" Type="http://schemas.openxmlformats.org/officeDocument/2006/relationships/slide" Target="slide71.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63.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64.xml"/><Relationship Id="rId10" Type="http://schemas.openxmlformats.org/officeDocument/2006/relationships/slide" Target="slide95.xml"/><Relationship Id="rId19" Type="http://schemas.openxmlformats.org/officeDocument/2006/relationships/slide" Target="slide59.xml"/><Relationship Id="rId4" Type="http://schemas.openxmlformats.org/officeDocument/2006/relationships/slide" Target="slide39.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62.xml"/></Relationships>
</file>

<file path=ppt/slides/_rels/slide64.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61.xml"/><Relationship Id="rId7" Type="http://schemas.openxmlformats.org/officeDocument/2006/relationships/slide" Target="slide72.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64.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63.xml"/><Relationship Id="rId10" Type="http://schemas.openxmlformats.org/officeDocument/2006/relationships/slide" Target="slide96.xml"/><Relationship Id="rId19" Type="http://schemas.openxmlformats.org/officeDocument/2006/relationships/slide" Target="slide60.xml"/><Relationship Id="rId4" Type="http://schemas.openxmlformats.org/officeDocument/2006/relationships/slide" Target="slide40.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62.xml"/></Relationships>
</file>

<file path=ppt/slides/_rels/slide65.xml.rels><?xml version="1.0" encoding="UTF-8" standalone="yes"?>
<Relationships xmlns="http://schemas.openxmlformats.org/package/2006/relationships"><Relationship Id="rId8" Type="http://schemas.openxmlformats.org/officeDocument/2006/relationships/slide" Target="slide73.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66.xml"/><Relationship Id="rId7" Type="http://schemas.openxmlformats.org/officeDocument/2006/relationships/slide" Target="slide57.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65.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68.xml"/><Relationship Id="rId10" Type="http://schemas.openxmlformats.org/officeDocument/2006/relationships/slide" Target="slide89.xml"/><Relationship Id="rId19" Type="http://schemas.openxmlformats.org/officeDocument/2006/relationships/slide" Target="slide69.xml"/><Relationship Id="rId4" Type="http://schemas.openxmlformats.org/officeDocument/2006/relationships/slide" Target="slide33.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67.xml"/></Relationships>
</file>

<file path=ppt/slides/_rels/slide66.xml.rels><?xml version="1.0" encoding="UTF-8" standalone="yes"?>
<Relationships xmlns="http://schemas.openxmlformats.org/package/2006/relationships"><Relationship Id="rId8" Type="http://schemas.openxmlformats.org/officeDocument/2006/relationships/slide" Target="slide74.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65.xml"/><Relationship Id="rId7" Type="http://schemas.openxmlformats.org/officeDocument/2006/relationships/slide" Target="slide58.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66.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68.xml"/><Relationship Id="rId10" Type="http://schemas.openxmlformats.org/officeDocument/2006/relationships/slide" Target="slide90.xml"/><Relationship Id="rId19" Type="http://schemas.openxmlformats.org/officeDocument/2006/relationships/slide" Target="slide70.xml"/><Relationship Id="rId4" Type="http://schemas.openxmlformats.org/officeDocument/2006/relationships/slide" Target="slide34.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67.xml"/></Relationships>
</file>

<file path=ppt/slides/_rels/slide67.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65.xml"/><Relationship Id="rId7" Type="http://schemas.openxmlformats.org/officeDocument/2006/relationships/slide" Target="slide59.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67.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68.xml"/><Relationship Id="rId10" Type="http://schemas.openxmlformats.org/officeDocument/2006/relationships/slide" Target="slide91.xml"/><Relationship Id="rId19" Type="http://schemas.openxmlformats.org/officeDocument/2006/relationships/slide" Target="slide71.xml"/><Relationship Id="rId4" Type="http://schemas.openxmlformats.org/officeDocument/2006/relationships/slide" Target="slide35.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66.xml"/></Relationships>
</file>

<file path=ppt/slides/_rels/slide68.xml.rels><?xml version="1.0" encoding="UTF-8" standalone="yes"?>
<Relationships xmlns="http://schemas.openxmlformats.org/package/2006/relationships"><Relationship Id="rId8" Type="http://schemas.openxmlformats.org/officeDocument/2006/relationships/slide" Target="slide76.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65.xml"/><Relationship Id="rId7" Type="http://schemas.openxmlformats.org/officeDocument/2006/relationships/slide" Target="slide60.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68.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67.xml"/><Relationship Id="rId10" Type="http://schemas.openxmlformats.org/officeDocument/2006/relationships/slide" Target="slide92.xml"/><Relationship Id="rId19" Type="http://schemas.openxmlformats.org/officeDocument/2006/relationships/slide" Target="slide72.xml"/><Relationship Id="rId4" Type="http://schemas.openxmlformats.org/officeDocument/2006/relationships/slide" Target="slide36.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66.xml"/></Relationships>
</file>

<file path=ppt/slides/_rels/slide69.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70.xml"/><Relationship Id="rId7" Type="http://schemas.openxmlformats.org/officeDocument/2006/relationships/slide" Target="slide61.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69.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72.xml"/><Relationship Id="rId10" Type="http://schemas.openxmlformats.org/officeDocument/2006/relationships/slide" Target="slide93.xml"/><Relationship Id="rId19" Type="http://schemas.openxmlformats.org/officeDocument/2006/relationships/slide" Target="slide65.xml"/><Relationship Id="rId4" Type="http://schemas.openxmlformats.org/officeDocument/2006/relationships/slide" Target="slide37.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71.xml"/></Relationships>
</file>

<file path=ppt/slides/_rels/slide70.xml.rels><?xml version="1.0" encoding="UTF-8" standalone="yes"?>
<Relationships xmlns="http://schemas.openxmlformats.org/package/2006/relationships"><Relationship Id="rId8" Type="http://schemas.openxmlformats.org/officeDocument/2006/relationships/slide" Target="slide78.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69.xml"/><Relationship Id="rId7" Type="http://schemas.openxmlformats.org/officeDocument/2006/relationships/slide" Target="slide62.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70.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72.xml"/><Relationship Id="rId10" Type="http://schemas.openxmlformats.org/officeDocument/2006/relationships/slide" Target="slide94.xml"/><Relationship Id="rId19" Type="http://schemas.openxmlformats.org/officeDocument/2006/relationships/slide" Target="slide66.xml"/><Relationship Id="rId4" Type="http://schemas.openxmlformats.org/officeDocument/2006/relationships/slide" Target="slide38.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71.xml"/></Relationships>
</file>

<file path=ppt/slides/_rels/slide71.xml.rels><?xml version="1.0" encoding="UTF-8" standalone="yes"?>
<Relationships xmlns="http://schemas.openxmlformats.org/package/2006/relationships"><Relationship Id="rId8" Type="http://schemas.openxmlformats.org/officeDocument/2006/relationships/slide" Target="slide79.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69.xml"/><Relationship Id="rId7" Type="http://schemas.openxmlformats.org/officeDocument/2006/relationships/slide" Target="slide63.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71.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72.xml"/><Relationship Id="rId10" Type="http://schemas.openxmlformats.org/officeDocument/2006/relationships/slide" Target="slide95.xml"/><Relationship Id="rId19" Type="http://schemas.openxmlformats.org/officeDocument/2006/relationships/slide" Target="slide67.xml"/><Relationship Id="rId4" Type="http://schemas.openxmlformats.org/officeDocument/2006/relationships/slide" Target="slide39.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70.xml"/></Relationships>
</file>

<file path=ppt/slides/_rels/slide72.xml.rels><?xml version="1.0" encoding="UTF-8" standalone="yes"?>
<Relationships xmlns="http://schemas.openxmlformats.org/package/2006/relationships"><Relationship Id="rId8" Type="http://schemas.openxmlformats.org/officeDocument/2006/relationships/slide" Target="slide80.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69.xml"/><Relationship Id="rId7" Type="http://schemas.openxmlformats.org/officeDocument/2006/relationships/slide" Target="slide64.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72.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71.xml"/><Relationship Id="rId10" Type="http://schemas.openxmlformats.org/officeDocument/2006/relationships/slide" Target="slide96.xml"/><Relationship Id="rId19" Type="http://schemas.openxmlformats.org/officeDocument/2006/relationships/slide" Target="slide68.xml"/><Relationship Id="rId4" Type="http://schemas.openxmlformats.org/officeDocument/2006/relationships/slide" Target="slide40.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70.xml"/></Relationships>
</file>

<file path=ppt/slides/_rels/slide73.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74.xml"/><Relationship Id="rId7" Type="http://schemas.openxmlformats.org/officeDocument/2006/relationships/slide" Target="slide57.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73.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76.xml"/><Relationship Id="rId10" Type="http://schemas.openxmlformats.org/officeDocument/2006/relationships/slide" Target="slide89.xml"/><Relationship Id="rId19" Type="http://schemas.openxmlformats.org/officeDocument/2006/relationships/slide" Target="slide77.xml"/><Relationship Id="rId4" Type="http://schemas.openxmlformats.org/officeDocument/2006/relationships/slide" Target="slide33.xml"/><Relationship Id="rId9" Type="http://schemas.openxmlformats.org/officeDocument/2006/relationships/slide" Target="slide81.xml"/><Relationship Id="rId14" Type="http://schemas.openxmlformats.org/officeDocument/2006/relationships/slide" Target="slide121.xml"/><Relationship Id="rId22" Type="http://schemas.openxmlformats.org/officeDocument/2006/relationships/slide" Target="slide75.xml"/></Relationships>
</file>

<file path=ppt/slides/_rels/slide74.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73.xml"/><Relationship Id="rId7" Type="http://schemas.openxmlformats.org/officeDocument/2006/relationships/slide" Target="slide58.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74.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76.xml"/><Relationship Id="rId10" Type="http://schemas.openxmlformats.org/officeDocument/2006/relationships/slide" Target="slide90.xml"/><Relationship Id="rId19" Type="http://schemas.openxmlformats.org/officeDocument/2006/relationships/slide" Target="slide78.xml"/><Relationship Id="rId4" Type="http://schemas.openxmlformats.org/officeDocument/2006/relationships/slide" Target="slide34.xml"/><Relationship Id="rId9" Type="http://schemas.openxmlformats.org/officeDocument/2006/relationships/slide" Target="slide82.xml"/><Relationship Id="rId14" Type="http://schemas.openxmlformats.org/officeDocument/2006/relationships/slide" Target="slide122.xml"/><Relationship Id="rId22" Type="http://schemas.openxmlformats.org/officeDocument/2006/relationships/slide" Target="slide75.xml"/></Relationships>
</file>

<file path=ppt/slides/_rels/slide75.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73.xml"/><Relationship Id="rId7" Type="http://schemas.openxmlformats.org/officeDocument/2006/relationships/slide" Target="slide59.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75.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76.xml"/><Relationship Id="rId10" Type="http://schemas.openxmlformats.org/officeDocument/2006/relationships/slide" Target="slide91.xml"/><Relationship Id="rId19" Type="http://schemas.openxmlformats.org/officeDocument/2006/relationships/slide" Target="slide79.xml"/><Relationship Id="rId4" Type="http://schemas.openxmlformats.org/officeDocument/2006/relationships/slide" Target="slide35.xml"/><Relationship Id="rId9" Type="http://schemas.openxmlformats.org/officeDocument/2006/relationships/slide" Target="slide83.xml"/><Relationship Id="rId14" Type="http://schemas.openxmlformats.org/officeDocument/2006/relationships/slide" Target="slide123.xml"/><Relationship Id="rId22" Type="http://schemas.openxmlformats.org/officeDocument/2006/relationships/slide" Target="slide74.xml"/></Relationships>
</file>

<file path=ppt/slides/_rels/slide76.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73.xml"/><Relationship Id="rId7" Type="http://schemas.openxmlformats.org/officeDocument/2006/relationships/slide" Target="slide60.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76.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75.xml"/><Relationship Id="rId10" Type="http://schemas.openxmlformats.org/officeDocument/2006/relationships/slide" Target="slide92.xml"/><Relationship Id="rId19" Type="http://schemas.openxmlformats.org/officeDocument/2006/relationships/slide" Target="slide80.xml"/><Relationship Id="rId4" Type="http://schemas.openxmlformats.org/officeDocument/2006/relationships/slide" Target="slide36.xml"/><Relationship Id="rId9" Type="http://schemas.openxmlformats.org/officeDocument/2006/relationships/slide" Target="slide84.xml"/><Relationship Id="rId14" Type="http://schemas.openxmlformats.org/officeDocument/2006/relationships/slide" Target="slide124.xml"/><Relationship Id="rId22" Type="http://schemas.openxmlformats.org/officeDocument/2006/relationships/slide" Target="slide74.xml"/></Relationships>
</file>

<file path=ppt/slides/_rels/slide77.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78.xml"/><Relationship Id="rId7" Type="http://schemas.openxmlformats.org/officeDocument/2006/relationships/slide" Target="slide61.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77.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80.xml"/><Relationship Id="rId10" Type="http://schemas.openxmlformats.org/officeDocument/2006/relationships/slide" Target="slide93.xml"/><Relationship Id="rId19" Type="http://schemas.openxmlformats.org/officeDocument/2006/relationships/slide" Target="slide73.xml"/><Relationship Id="rId4" Type="http://schemas.openxmlformats.org/officeDocument/2006/relationships/slide" Target="slide37.xml"/><Relationship Id="rId9" Type="http://schemas.openxmlformats.org/officeDocument/2006/relationships/slide" Target="slide85.xml"/><Relationship Id="rId14" Type="http://schemas.openxmlformats.org/officeDocument/2006/relationships/slide" Target="slide125.xml"/><Relationship Id="rId22" Type="http://schemas.openxmlformats.org/officeDocument/2006/relationships/slide" Target="slide79.xml"/></Relationships>
</file>

<file path=ppt/slides/_rels/slide78.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77.xml"/><Relationship Id="rId7" Type="http://schemas.openxmlformats.org/officeDocument/2006/relationships/slide" Target="slide62.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78.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80.xml"/><Relationship Id="rId10" Type="http://schemas.openxmlformats.org/officeDocument/2006/relationships/slide" Target="slide94.xml"/><Relationship Id="rId19" Type="http://schemas.openxmlformats.org/officeDocument/2006/relationships/slide" Target="slide74.xml"/><Relationship Id="rId4" Type="http://schemas.openxmlformats.org/officeDocument/2006/relationships/slide" Target="slide38.xml"/><Relationship Id="rId9" Type="http://schemas.openxmlformats.org/officeDocument/2006/relationships/slide" Target="slide86.xml"/><Relationship Id="rId14" Type="http://schemas.openxmlformats.org/officeDocument/2006/relationships/slide" Target="slide126.xml"/><Relationship Id="rId22" Type="http://schemas.openxmlformats.org/officeDocument/2006/relationships/slide" Target="slide79.xml"/></Relationships>
</file>

<file path=ppt/slides/_rels/slide79.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77.xml"/><Relationship Id="rId7" Type="http://schemas.openxmlformats.org/officeDocument/2006/relationships/slide" Target="slide63.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79.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80.xml"/><Relationship Id="rId10" Type="http://schemas.openxmlformats.org/officeDocument/2006/relationships/slide" Target="slide95.xml"/><Relationship Id="rId19" Type="http://schemas.openxmlformats.org/officeDocument/2006/relationships/slide" Target="slide75.xml"/><Relationship Id="rId4" Type="http://schemas.openxmlformats.org/officeDocument/2006/relationships/slide" Target="slide39.xml"/><Relationship Id="rId9" Type="http://schemas.openxmlformats.org/officeDocument/2006/relationships/slide" Target="slide87.xml"/><Relationship Id="rId14" Type="http://schemas.openxmlformats.org/officeDocument/2006/relationships/slide" Target="slide127.xml"/><Relationship Id="rId22" Type="http://schemas.openxmlformats.org/officeDocument/2006/relationships/slide" Target="slide78.xml"/></Relationships>
</file>

<file path=ppt/slides/_rels/slide80.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77.xml"/><Relationship Id="rId7" Type="http://schemas.openxmlformats.org/officeDocument/2006/relationships/slide" Target="slide64.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80.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79.xml"/><Relationship Id="rId10" Type="http://schemas.openxmlformats.org/officeDocument/2006/relationships/slide" Target="slide96.xml"/><Relationship Id="rId19" Type="http://schemas.openxmlformats.org/officeDocument/2006/relationships/slide" Target="slide76.xml"/><Relationship Id="rId4" Type="http://schemas.openxmlformats.org/officeDocument/2006/relationships/slide" Target="slide40.xml"/><Relationship Id="rId9" Type="http://schemas.openxmlformats.org/officeDocument/2006/relationships/slide" Target="slide88.xml"/><Relationship Id="rId14" Type="http://schemas.openxmlformats.org/officeDocument/2006/relationships/slide" Target="slide128.xml"/><Relationship Id="rId22" Type="http://schemas.openxmlformats.org/officeDocument/2006/relationships/slide" Target="slide78.xml"/></Relationships>
</file>

<file path=ppt/slides/_rels/slide81.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82.xml"/><Relationship Id="rId7" Type="http://schemas.openxmlformats.org/officeDocument/2006/relationships/slide" Target="slide57.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81.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84.xml"/><Relationship Id="rId10" Type="http://schemas.openxmlformats.org/officeDocument/2006/relationships/slide" Target="slide89.xml"/><Relationship Id="rId19" Type="http://schemas.openxmlformats.org/officeDocument/2006/relationships/slide" Target="slide85.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21.xml"/><Relationship Id="rId22" Type="http://schemas.openxmlformats.org/officeDocument/2006/relationships/slide" Target="slide83.xml"/></Relationships>
</file>

<file path=ppt/slides/_rels/slide82.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81.xml"/><Relationship Id="rId7" Type="http://schemas.openxmlformats.org/officeDocument/2006/relationships/slide" Target="slide58.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82.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84.xml"/><Relationship Id="rId10" Type="http://schemas.openxmlformats.org/officeDocument/2006/relationships/slide" Target="slide90.xml"/><Relationship Id="rId19" Type="http://schemas.openxmlformats.org/officeDocument/2006/relationships/slide" Target="slide86.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22.xml"/><Relationship Id="rId22" Type="http://schemas.openxmlformats.org/officeDocument/2006/relationships/slide" Target="slide83.xml"/></Relationships>
</file>

<file path=ppt/slides/_rels/slide83.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81.xml"/><Relationship Id="rId7" Type="http://schemas.openxmlformats.org/officeDocument/2006/relationships/slide" Target="slide59.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83.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84.xml"/><Relationship Id="rId10" Type="http://schemas.openxmlformats.org/officeDocument/2006/relationships/slide" Target="slide91.xml"/><Relationship Id="rId19" Type="http://schemas.openxmlformats.org/officeDocument/2006/relationships/slide" Target="slide87.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23.xml"/><Relationship Id="rId22" Type="http://schemas.openxmlformats.org/officeDocument/2006/relationships/slide" Target="slide82.xml"/></Relationships>
</file>

<file path=ppt/slides/_rels/slide84.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81.xml"/><Relationship Id="rId7" Type="http://schemas.openxmlformats.org/officeDocument/2006/relationships/slide" Target="slide60.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84.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83.xml"/><Relationship Id="rId10" Type="http://schemas.openxmlformats.org/officeDocument/2006/relationships/slide" Target="slide92.xml"/><Relationship Id="rId19" Type="http://schemas.openxmlformats.org/officeDocument/2006/relationships/slide" Target="slide88.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24.xml"/><Relationship Id="rId22" Type="http://schemas.openxmlformats.org/officeDocument/2006/relationships/slide" Target="slide82.xml"/></Relationships>
</file>

<file path=ppt/slides/_rels/slide85.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86.xml"/><Relationship Id="rId7" Type="http://schemas.openxmlformats.org/officeDocument/2006/relationships/slide" Target="slide61.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85.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88.xml"/><Relationship Id="rId10" Type="http://schemas.openxmlformats.org/officeDocument/2006/relationships/slide" Target="slide93.xml"/><Relationship Id="rId19" Type="http://schemas.openxmlformats.org/officeDocument/2006/relationships/slide" Target="slide81.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25.xml"/><Relationship Id="rId22" Type="http://schemas.openxmlformats.org/officeDocument/2006/relationships/slide" Target="slide87.xml"/></Relationships>
</file>

<file path=ppt/slides/_rels/slide86.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85.xml"/><Relationship Id="rId7" Type="http://schemas.openxmlformats.org/officeDocument/2006/relationships/slide" Target="slide62.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86.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88.xml"/><Relationship Id="rId10" Type="http://schemas.openxmlformats.org/officeDocument/2006/relationships/slide" Target="slide94.xml"/><Relationship Id="rId19" Type="http://schemas.openxmlformats.org/officeDocument/2006/relationships/slide" Target="slide82.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26.xml"/><Relationship Id="rId22" Type="http://schemas.openxmlformats.org/officeDocument/2006/relationships/slide" Target="slide87.xml"/></Relationships>
</file>

<file path=ppt/slides/_rels/slide87.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85.xml"/><Relationship Id="rId7" Type="http://schemas.openxmlformats.org/officeDocument/2006/relationships/slide" Target="slide63.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87.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88.xml"/><Relationship Id="rId10" Type="http://schemas.openxmlformats.org/officeDocument/2006/relationships/slide" Target="slide95.xml"/><Relationship Id="rId19" Type="http://schemas.openxmlformats.org/officeDocument/2006/relationships/slide" Target="slide83.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27.xml"/><Relationship Id="rId22" Type="http://schemas.openxmlformats.org/officeDocument/2006/relationships/slide" Target="slide86.xml"/></Relationships>
</file>

<file path=ppt/slides/_rels/slide88.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85.xml"/><Relationship Id="rId7" Type="http://schemas.openxmlformats.org/officeDocument/2006/relationships/slide" Target="slide64.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88.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87.xml"/><Relationship Id="rId10" Type="http://schemas.openxmlformats.org/officeDocument/2006/relationships/slide" Target="slide96.xml"/><Relationship Id="rId19" Type="http://schemas.openxmlformats.org/officeDocument/2006/relationships/slide" Target="slide84.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8.xml"/><Relationship Id="rId22" Type="http://schemas.openxmlformats.org/officeDocument/2006/relationships/slide" Target="slide86.xml"/></Relationships>
</file>

<file path=ppt/slides/_rels/slide89.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90.xml"/><Relationship Id="rId7" Type="http://schemas.openxmlformats.org/officeDocument/2006/relationships/slide" Target="slide57.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89.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97.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92.xml"/><Relationship Id="rId10" Type="http://schemas.openxmlformats.org/officeDocument/2006/relationships/slide" Target="slide81.xml"/><Relationship Id="rId19" Type="http://schemas.openxmlformats.org/officeDocument/2006/relationships/slide" Target="slide93.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21.xml"/><Relationship Id="rId22" Type="http://schemas.openxmlformats.org/officeDocument/2006/relationships/slide" Target="slide91.xml"/></Relationships>
</file>

<file path=ppt/slides/_rels/slide90.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89.xml"/><Relationship Id="rId7" Type="http://schemas.openxmlformats.org/officeDocument/2006/relationships/slide" Target="slide58.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90.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8.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92.xml"/><Relationship Id="rId10" Type="http://schemas.openxmlformats.org/officeDocument/2006/relationships/slide" Target="slide82.xml"/><Relationship Id="rId19" Type="http://schemas.openxmlformats.org/officeDocument/2006/relationships/slide" Target="slide94.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22.xml"/><Relationship Id="rId22" Type="http://schemas.openxmlformats.org/officeDocument/2006/relationships/slide" Target="slide91.xml"/></Relationships>
</file>

<file path=ppt/slides/_rels/slide91.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89.xml"/><Relationship Id="rId7" Type="http://schemas.openxmlformats.org/officeDocument/2006/relationships/slide" Target="slide59.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91.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9.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92.xml"/><Relationship Id="rId10" Type="http://schemas.openxmlformats.org/officeDocument/2006/relationships/slide" Target="slide83.xml"/><Relationship Id="rId19" Type="http://schemas.openxmlformats.org/officeDocument/2006/relationships/slide" Target="slide95.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23.xml"/><Relationship Id="rId22" Type="http://schemas.openxmlformats.org/officeDocument/2006/relationships/slide" Target="slide90.xml"/></Relationships>
</file>

<file path=ppt/slides/_rels/slide92.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89.xml"/><Relationship Id="rId7" Type="http://schemas.openxmlformats.org/officeDocument/2006/relationships/slide" Target="slide60.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92.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100.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91.xml"/><Relationship Id="rId10" Type="http://schemas.openxmlformats.org/officeDocument/2006/relationships/slide" Target="slide84.xml"/><Relationship Id="rId19" Type="http://schemas.openxmlformats.org/officeDocument/2006/relationships/slide" Target="slide96.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24.xml"/><Relationship Id="rId22" Type="http://schemas.openxmlformats.org/officeDocument/2006/relationships/slide" Target="slide90.xml"/></Relationships>
</file>

<file path=ppt/slides/_rels/slide93.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94.xml"/><Relationship Id="rId7" Type="http://schemas.openxmlformats.org/officeDocument/2006/relationships/slide" Target="slide61.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93.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101.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96.xml"/><Relationship Id="rId10" Type="http://schemas.openxmlformats.org/officeDocument/2006/relationships/slide" Target="slide85.xml"/><Relationship Id="rId19" Type="http://schemas.openxmlformats.org/officeDocument/2006/relationships/slide" Target="slide89.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25.xml"/><Relationship Id="rId22" Type="http://schemas.openxmlformats.org/officeDocument/2006/relationships/slide" Target="slide95.xml"/></Relationships>
</file>

<file path=ppt/slides/_rels/slide94.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93.xml"/><Relationship Id="rId7" Type="http://schemas.openxmlformats.org/officeDocument/2006/relationships/slide" Target="slide62.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94.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102.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96.xml"/><Relationship Id="rId10" Type="http://schemas.openxmlformats.org/officeDocument/2006/relationships/slide" Target="slide86.xml"/><Relationship Id="rId19" Type="http://schemas.openxmlformats.org/officeDocument/2006/relationships/slide" Target="slide90.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26.xml"/><Relationship Id="rId22" Type="http://schemas.openxmlformats.org/officeDocument/2006/relationships/slide" Target="slide95.xml"/></Relationships>
</file>

<file path=ppt/slides/_rels/slide95.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93.xml"/><Relationship Id="rId7" Type="http://schemas.openxmlformats.org/officeDocument/2006/relationships/slide" Target="slide63.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95.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103.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96.xml"/><Relationship Id="rId10" Type="http://schemas.openxmlformats.org/officeDocument/2006/relationships/slide" Target="slide87.xml"/><Relationship Id="rId19" Type="http://schemas.openxmlformats.org/officeDocument/2006/relationships/slide" Target="slide91.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27.xml"/><Relationship Id="rId22" Type="http://schemas.openxmlformats.org/officeDocument/2006/relationships/slide" Target="slide94.xml"/></Relationships>
</file>

<file path=ppt/slides/_rels/slide96.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93.xml"/><Relationship Id="rId7" Type="http://schemas.openxmlformats.org/officeDocument/2006/relationships/slide" Target="slide64.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96.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104.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95.xml"/><Relationship Id="rId10" Type="http://schemas.openxmlformats.org/officeDocument/2006/relationships/slide" Target="slide88.xml"/><Relationship Id="rId19" Type="http://schemas.openxmlformats.org/officeDocument/2006/relationships/slide" Target="slide92.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8.xml"/><Relationship Id="rId22" Type="http://schemas.openxmlformats.org/officeDocument/2006/relationships/slide" Target="slide94.xml"/></Relationships>
</file>

<file path=ppt/slides/_rels/slide97.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98.xml"/><Relationship Id="rId7" Type="http://schemas.openxmlformats.org/officeDocument/2006/relationships/slide" Target="slide57.xml"/><Relationship Id="rId12" Type="http://schemas.openxmlformats.org/officeDocument/2006/relationships/slide" Target="slide105.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97.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100.xml"/><Relationship Id="rId10" Type="http://schemas.openxmlformats.org/officeDocument/2006/relationships/slide" Target="slide81.xml"/><Relationship Id="rId19" Type="http://schemas.openxmlformats.org/officeDocument/2006/relationships/slide" Target="slide101.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21.xml"/><Relationship Id="rId22" Type="http://schemas.openxmlformats.org/officeDocument/2006/relationships/slide" Target="slide99.xml"/></Relationships>
</file>

<file path=ppt/slides/_rels/slide98.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97.xml"/><Relationship Id="rId7" Type="http://schemas.openxmlformats.org/officeDocument/2006/relationships/slide" Target="slide58.xml"/><Relationship Id="rId12" Type="http://schemas.openxmlformats.org/officeDocument/2006/relationships/slide" Target="slide106.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98.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100.xml"/><Relationship Id="rId10" Type="http://schemas.openxmlformats.org/officeDocument/2006/relationships/slide" Target="slide82.xml"/><Relationship Id="rId19" Type="http://schemas.openxmlformats.org/officeDocument/2006/relationships/slide" Target="slide102.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22.xml"/><Relationship Id="rId22" Type="http://schemas.openxmlformats.org/officeDocument/2006/relationships/slide" Target="slide99.xml"/></Relationships>
</file>

<file path=ppt/slides/_rels/slide99.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97.xml"/><Relationship Id="rId7" Type="http://schemas.openxmlformats.org/officeDocument/2006/relationships/slide" Target="slide59.xml"/><Relationship Id="rId12" Type="http://schemas.openxmlformats.org/officeDocument/2006/relationships/slide" Target="slide107.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99.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100.xml"/><Relationship Id="rId10" Type="http://schemas.openxmlformats.org/officeDocument/2006/relationships/slide" Target="slide83.xml"/><Relationship Id="rId19" Type="http://schemas.openxmlformats.org/officeDocument/2006/relationships/slide" Target="slide103.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23.xml"/><Relationship Id="rId22" Type="http://schemas.openxmlformats.org/officeDocument/2006/relationships/slide" Target="slide98.xml"/></Relationships>
</file>

<file path=ppt/slides/_rels/slide100.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97.xml"/><Relationship Id="rId7" Type="http://schemas.openxmlformats.org/officeDocument/2006/relationships/slide" Target="slide60.xml"/><Relationship Id="rId12" Type="http://schemas.openxmlformats.org/officeDocument/2006/relationships/slide" Target="slide108.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100.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99.xml"/><Relationship Id="rId10" Type="http://schemas.openxmlformats.org/officeDocument/2006/relationships/slide" Target="slide84.xml"/><Relationship Id="rId19" Type="http://schemas.openxmlformats.org/officeDocument/2006/relationships/slide" Target="slide104.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24.xml"/><Relationship Id="rId22" Type="http://schemas.openxmlformats.org/officeDocument/2006/relationships/slide" Target="slide98.xml"/></Relationships>
</file>

<file path=ppt/slides/_rels/slide101.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02.xml"/><Relationship Id="rId7" Type="http://schemas.openxmlformats.org/officeDocument/2006/relationships/slide" Target="slide61.xml"/><Relationship Id="rId12" Type="http://schemas.openxmlformats.org/officeDocument/2006/relationships/slide" Target="slide109.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101.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104.xml"/><Relationship Id="rId10" Type="http://schemas.openxmlformats.org/officeDocument/2006/relationships/slide" Target="slide85.xml"/><Relationship Id="rId19" Type="http://schemas.openxmlformats.org/officeDocument/2006/relationships/slide" Target="slide97.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25.xml"/><Relationship Id="rId22" Type="http://schemas.openxmlformats.org/officeDocument/2006/relationships/slide" Target="slide103.xml"/></Relationships>
</file>

<file path=ppt/slides/_rels/slide102.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1.xml"/><Relationship Id="rId7" Type="http://schemas.openxmlformats.org/officeDocument/2006/relationships/slide" Target="slide62.xml"/><Relationship Id="rId12" Type="http://schemas.openxmlformats.org/officeDocument/2006/relationships/slide" Target="slide110.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02.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104.xml"/><Relationship Id="rId10" Type="http://schemas.openxmlformats.org/officeDocument/2006/relationships/slide" Target="slide86.xml"/><Relationship Id="rId19" Type="http://schemas.openxmlformats.org/officeDocument/2006/relationships/slide" Target="slide98.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26.xml"/><Relationship Id="rId22" Type="http://schemas.openxmlformats.org/officeDocument/2006/relationships/slide" Target="slide103.xml"/></Relationships>
</file>

<file path=ppt/slides/_rels/slide103.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1.xml"/><Relationship Id="rId7" Type="http://schemas.openxmlformats.org/officeDocument/2006/relationships/slide" Target="slide63.xml"/><Relationship Id="rId12" Type="http://schemas.openxmlformats.org/officeDocument/2006/relationships/slide" Target="slide111.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03.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104.xml"/><Relationship Id="rId10" Type="http://schemas.openxmlformats.org/officeDocument/2006/relationships/slide" Target="slide87.xml"/><Relationship Id="rId19" Type="http://schemas.openxmlformats.org/officeDocument/2006/relationships/slide" Target="slide99.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27.xml"/><Relationship Id="rId22" Type="http://schemas.openxmlformats.org/officeDocument/2006/relationships/slide" Target="slide102.xml"/></Relationships>
</file>

<file path=ppt/slides/_rels/slide104.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01.xml"/><Relationship Id="rId7" Type="http://schemas.openxmlformats.org/officeDocument/2006/relationships/slide" Target="slide64.xml"/><Relationship Id="rId12" Type="http://schemas.openxmlformats.org/officeDocument/2006/relationships/slide" Target="slide112.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104.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103.xml"/><Relationship Id="rId10" Type="http://schemas.openxmlformats.org/officeDocument/2006/relationships/slide" Target="slide88.xml"/><Relationship Id="rId19" Type="http://schemas.openxmlformats.org/officeDocument/2006/relationships/slide" Target="slide100.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8.xml"/><Relationship Id="rId22" Type="http://schemas.openxmlformats.org/officeDocument/2006/relationships/slide" Target="slide102.xml"/></Relationships>
</file>

<file path=ppt/slides/_rels/slide105.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13.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06.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105.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108.xml"/><Relationship Id="rId10" Type="http://schemas.openxmlformats.org/officeDocument/2006/relationships/slide" Target="slide81.xml"/><Relationship Id="rId19" Type="http://schemas.openxmlformats.org/officeDocument/2006/relationships/slide" Target="slide109.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21.xml"/><Relationship Id="rId22" Type="http://schemas.openxmlformats.org/officeDocument/2006/relationships/slide" Target="slide107.xml"/></Relationships>
</file>

<file path=ppt/slides/_rels/slide106.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14.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5.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106.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108.xml"/><Relationship Id="rId10" Type="http://schemas.openxmlformats.org/officeDocument/2006/relationships/slide" Target="slide82.xml"/><Relationship Id="rId19" Type="http://schemas.openxmlformats.org/officeDocument/2006/relationships/slide" Target="slide110.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22.xml"/><Relationship Id="rId22" Type="http://schemas.openxmlformats.org/officeDocument/2006/relationships/slide" Target="slide107.xml"/></Relationships>
</file>

<file path=ppt/slides/_rels/slide107.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15.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5.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107.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108.xml"/><Relationship Id="rId10" Type="http://schemas.openxmlformats.org/officeDocument/2006/relationships/slide" Target="slide83.xml"/><Relationship Id="rId19" Type="http://schemas.openxmlformats.org/officeDocument/2006/relationships/slide" Target="slide111.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23.xml"/><Relationship Id="rId22" Type="http://schemas.openxmlformats.org/officeDocument/2006/relationships/slide" Target="slide106.xml"/></Relationships>
</file>

<file path=ppt/slides/_rels/slide108.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16.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05.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108.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107.xml"/><Relationship Id="rId10" Type="http://schemas.openxmlformats.org/officeDocument/2006/relationships/slide" Target="slide84.xml"/><Relationship Id="rId19" Type="http://schemas.openxmlformats.org/officeDocument/2006/relationships/slide" Target="slide112.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24.xml"/><Relationship Id="rId22" Type="http://schemas.openxmlformats.org/officeDocument/2006/relationships/slide" Target="slide106.xml"/></Relationships>
</file>

<file path=ppt/slides/_rels/slide109.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17.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10.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109.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112.xml"/><Relationship Id="rId10" Type="http://schemas.openxmlformats.org/officeDocument/2006/relationships/slide" Target="slide85.xml"/><Relationship Id="rId19" Type="http://schemas.openxmlformats.org/officeDocument/2006/relationships/slide" Target="slide105.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25.xml"/><Relationship Id="rId22" Type="http://schemas.openxmlformats.org/officeDocument/2006/relationships/slide" Target="slide111.xml"/></Relationships>
</file>

<file path=ppt/slides/_rels/slide110.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8.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9.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10.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112.xml"/><Relationship Id="rId10" Type="http://schemas.openxmlformats.org/officeDocument/2006/relationships/slide" Target="slide86.xml"/><Relationship Id="rId19" Type="http://schemas.openxmlformats.org/officeDocument/2006/relationships/slide" Target="slide106.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26.xml"/><Relationship Id="rId22" Type="http://schemas.openxmlformats.org/officeDocument/2006/relationships/slide" Target="slide111.xml"/></Relationships>
</file>

<file path=ppt/slides/_rels/slide111.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9.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09.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11.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112.xml"/><Relationship Id="rId10" Type="http://schemas.openxmlformats.org/officeDocument/2006/relationships/slide" Target="slide87.xml"/><Relationship Id="rId19" Type="http://schemas.openxmlformats.org/officeDocument/2006/relationships/slide" Target="slide107.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27.xml"/><Relationship Id="rId22" Type="http://schemas.openxmlformats.org/officeDocument/2006/relationships/slide" Target="slide110.xml"/></Relationships>
</file>

<file path=ppt/slides/_rels/slide112.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20.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09.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112.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111.xml"/><Relationship Id="rId10" Type="http://schemas.openxmlformats.org/officeDocument/2006/relationships/slide" Target="slide88.xml"/><Relationship Id="rId19" Type="http://schemas.openxmlformats.org/officeDocument/2006/relationships/slide" Target="slide108.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8.xml"/><Relationship Id="rId22" Type="http://schemas.openxmlformats.org/officeDocument/2006/relationships/slide" Target="slide110.xml"/></Relationships>
</file>

<file path=ppt/slides/_rels/slide113.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05.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14.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113.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116.xml"/><Relationship Id="rId10" Type="http://schemas.openxmlformats.org/officeDocument/2006/relationships/slide" Target="slide81.xml"/><Relationship Id="rId19" Type="http://schemas.openxmlformats.org/officeDocument/2006/relationships/slide" Target="slide117.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21.xml"/><Relationship Id="rId22" Type="http://schemas.openxmlformats.org/officeDocument/2006/relationships/slide" Target="slide115.xml"/></Relationships>
</file>

<file path=ppt/slides/_rels/slide114.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06.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13.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114.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116.xml"/><Relationship Id="rId10" Type="http://schemas.openxmlformats.org/officeDocument/2006/relationships/slide" Target="slide82.xml"/><Relationship Id="rId19" Type="http://schemas.openxmlformats.org/officeDocument/2006/relationships/slide" Target="slide118.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22.xml"/><Relationship Id="rId22" Type="http://schemas.openxmlformats.org/officeDocument/2006/relationships/slide" Target="slide115.xml"/></Relationships>
</file>

<file path=ppt/slides/_rels/slide115.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07.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13.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115.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116.xml"/><Relationship Id="rId10" Type="http://schemas.openxmlformats.org/officeDocument/2006/relationships/slide" Target="slide83.xml"/><Relationship Id="rId19" Type="http://schemas.openxmlformats.org/officeDocument/2006/relationships/slide" Target="slide119.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23.xml"/><Relationship Id="rId22" Type="http://schemas.openxmlformats.org/officeDocument/2006/relationships/slide" Target="slide114.xml"/></Relationships>
</file>

<file path=ppt/slides/_rels/slide116.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08.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13.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116.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115.xml"/><Relationship Id="rId10" Type="http://schemas.openxmlformats.org/officeDocument/2006/relationships/slide" Target="slide84.xml"/><Relationship Id="rId19" Type="http://schemas.openxmlformats.org/officeDocument/2006/relationships/slide" Target="slide120.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24.xml"/><Relationship Id="rId22" Type="http://schemas.openxmlformats.org/officeDocument/2006/relationships/slide" Target="slide114.xml"/></Relationships>
</file>

<file path=ppt/slides/_rels/slide117.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09.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18.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117.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120.xml"/><Relationship Id="rId10" Type="http://schemas.openxmlformats.org/officeDocument/2006/relationships/slide" Target="slide85.xml"/><Relationship Id="rId19" Type="http://schemas.openxmlformats.org/officeDocument/2006/relationships/slide" Target="slide113.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25.xml"/><Relationship Id="rId22" Type="http://schemas.openxmlformats.org/officeDocument/2006/relationships/slide" Target="slide119.xml"/></Relationships>
</file>

<file path=ppt/slides/_rels/slide118.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0.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17.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18.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120.xml"/><Relationship Id="rId10" Type="http://schemas.openxmlformats.org/officeDocument/2006/relationships/slide" Target="slide86.xml"/><Relationship Id="rId19" Type="http://schemas.openxmlformats.org/officeDocument/2006/relationships/slide" Target="slide114.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26.xml"/><Relationship Id="rId22" Type="http://schemas.openxmlformats.org/officeDocument/2006/relationships/slide" Target="slide119.xml"/></Relationships>
</file>

<file path=ppt/slides/_rels/slide119.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1.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17.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19.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120.xml"/><Relationship Id="rId10" Type="http://schemas.openxmlformats.org/officeDocument/2006/relationships/slide" Target="slide87.xml"/><Relationship Id="rId19" Type="http://schemas.openxmlformats.org/officeDocument/2006/relationships/slide" Target="slide115.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27.xml"/><Relationship Id="rId22" Type="http://schemas.openxmlformats.org/officeDocument/2006/relationships/slide" Target="slide118.xml"/></Relationships>
</file>

<file path=ppt/slides/_rels/slide120.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12.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17.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120.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119.xml"/><Relationship Id="rId10" Type="http://schemas.openxmlformats.org/officeDocument/2006/relationships/slide" Target="slide88.xml"/><Relationship Id="rId19" Type="http://schemas.openxmlformats.org/officeDocument/2006/relationships/slide" Target="slide116.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8.xml"/><Relationship Id="rId22" Type="http://schemas.openxmlformats.org/officeDocument/2006/relationships/slide" Target="slide118.xml"/></Relationships>
</file>

<file path=ppt/slides/_rels/slide121.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05.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22.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121.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9.xml"/><Relationship Id="rId23" Type="http://schemas.openxmlformats.org/officeDocument/2006/relationships/slide" Target="slide124.xml"/><Relationship Id="rId10" Type="http://schemas.openxmlformats.org/officeDocument/2006/relationships/slide" Target="slide81.xml"/><Relationship Id="rId19" Type="http://schemas.openxmlformats.org/officeDocument/2006/relationships/slide" Target="slide125.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13.xml"/><Relationship Id="rId22" Type="http://schemas.openxmlformats.org/officeDocument/2006/relationships/slide" Target="slide123.xml"/></Relationships>
</file>

<file path=ppt/slides/_rels/slide122.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06.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1.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122.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30.xml"/><Relationship Id="rId23" Type="http://schemas.openxmlformats.org/officeDocument/2006/relationships/slide" Target="slide124.xml"/><Relationship Id="rId10" Type="http://schemas.openxmlformats.org/officeDocument/2006/relationships/slide" Target="slide82.xml"/><Relationship Id="rId19" Type="http://schemas.openxmlformats.org/officeDocument/2006/relationships/slide" Target="slide126.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14.xml"/><Relationship Id="rId22" Type="http://schemas.openxmlformats.org/officeDocument/2006/relationships/slide" Target="slide123.xml"/></Relationships>
</file>

<file path=ppt/slides/_rels/slide123.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07.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1.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123.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31.xml"/><Relationship Id="rId23" Type="http://schemas.openxmlformats.org/officeDocument/2006/relationships/slide" Target="slide124.xml"/><Relationship Id="rId10" Type="http://schemas.openxmlformats.org/officeDocument/2006/relationships/slide" Target="slide83.xml"/><Relationship Id="rId19" Type="http://schemas.openxmlformats.org/officeDocument/2006/relationships/slide" Target="slide127.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15.xml"/><Relationship Id="rId22" Type="http://schemas.openxmlformats.org/officeDocument/2006/relationships/slide" Target="slide122.xml"/></Relationships>
</file>

<file path=ppt/slides/_rels/slide124.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08.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21.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124.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32.xml"/><Relationship Id="rId23" Type="http://schemas.openxmlformats.org/officeDocument/2006/relationships/slide" Target="slide123.xml"/><Relationship Id="rId10" Type="http://schemas.openxmlformats.org/officeDocument/2006/relationships/slide" Target="slide84.xml"/><Relationship Id="rId19" Type="http://schemas.openxmlformats.org/officeDocument/2006/relationships/slide" Target="slide128.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16.xml"/><Relationship Id="rId22" Type="http://schemas.openxmlformats.org/officeDocument/2006/relationships/slide" Target="slide122.xml"/></Relationships>
</file>

<file path=ppt/slides/_rels/slide125.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09.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26.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125.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33.xml"/><Relationship Id="rId23" Type="http://schemas.openxmlformats.org/officeDocument/2006/relationships/slide" Target="slide128.xml"/><Relationship Id="rId10" Type="http://schemas.openxmlformats.org/officeDocument/2006/relationships/slide" Target="slide85.xml"/><Relationship Id="rId19" Type="http://schemas.openxmlformats.org/officeDocument/2006/relationships/slide" Target="slide121.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17.xml"/><Relationship Id="rId22" Type="http://schemas.openxmlformats.org/officeDocument/2006/relationships/slide" Target="slide127.xml"/></Relationships>
</file>

<file path=ppt/slides/_rels/slide126.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0.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5.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26.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34.xml"/><Relationship Id="rId23" Type="http://schemas.openxmlformats.org/officeDocument/2006/relationships/slide" Target="slide128.xml"/><Relationship Id="rId10" Type="http://schemas.openxmlformats.org/officeDocument/2006/relationships/slide" Target="slide86.xml"/><Relationship Id="rId19" Type="http://schemas.openxmlformats.org/officeDocument/2006/relationships/slide" Target="slide122.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18.xml"/><Relationship Id="rId22" Type="http://schemas.openxmlformats.org/officeDocument/2006/relationships/slide" Target="slide127.xml"/></Relationships>
</file>

<file path=ppt/slides/_rels/slide127.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1.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5.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27.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35.xml"/><Relationship Id="rId23" Type="http://schemas.openxmlformats.org/officeDocument/2006/relationships/slide" Target="slide128.xml"/><Relationship Id="rId10" Type="http://schemas.openxmlformats.org/officeDocument/2006/relationships/slide" Target="slide87.xml"/><Relationship Id="rId19" Type="http://schemas.openxmlformats.org/officeDocument/2006/relationships/slide" Target="slide123.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19.xml"/><Relationship Id="rId22" Type="http://schemas.openxmlformats.org/officeDocument/2006/relationships/slide" Target="slide126.xml"/></Relationships>
</file>

<file path=ppt/slides/_rels/slide128.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12.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25.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128.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36.xml"/><Relationship Id="rId23" Type="http://schemas.openxmlformats.org/officeDocument/2006/relationships/slide" Target="slide127.xml"/><Relationship Id="rId10" Type="http://schemas.openxmlformats.org/officeDocument/2006/relationships/slide" Target="slide88.xml"/><Relationship Id="rId19" Type="http://schemas.openxmlformats.org/officeDocument/2006/relationships/slide" Target="slide124.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0.xml"/><Relationship Id="rId22" Type="http://schemas.openxmlformats.org/officeDocument/2006/relationships/slide" Target="slide126.xml"/></Relationships>
</file>

<file path=ppt/slides/_rels/slide129.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05.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30.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45.xml"/><Relationship Id="rId25" Type="http://schemas.openxmlformats.org/officeDocument/2006/relationships/image" Target="../media/image34.png"/><Relationship Id="rId2" Type="http://schemas.openxmlformats.org/officeDocument/2006/relationships/notesSlide" Target="../notesSlides/notesSlide129.xml"/><Relationship Id="rId16" Type="http://schemas.openxmlformats.org/officeDocument/2006/relationships/slide" Target="slide137.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1.xml"/><Relationship Id="rId23" Type="http://schemas.openxmlformats.org/officeDocument/2006/relationships/slide" Target="slide132.xml"/><Relationship Id="rId10" Type="http://schemas.openxmlformats.org/officeDocument/2006/relationships/slide" Target="slide81.xml"/><Relationship Id="rId19" Type="http://schemas.openxmlformats.org/officeDocument/2006/relationships/slide" Target="slide133.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13.xml"/><Relationship Id="rId22" Type="http://schemas.openxmlformats.org/officeDocument/2006/relationships/slide" Target="slide131.xml"/></Relationships>
</file>

<file path=ppt/slides/_rels/slide130.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06.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9.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130.xml"/><Relationship Id="rId16" Type="http://schemas.openxmlformats.org/officeDocument/2006/relationships/slide" Target="slide138.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22.xml"/><Relationship Id="rId23" Type="http://schemas.openxmlformats.org/officeDocument/2006/relationships/slide" Target="slide132.xml"/><Relationship Id="rId10" Type="http://schemas.openxmlformats.org/officeDocument/2006/relationships/slide" Target="slide82.xml"/><Relationship Id="rId19" Type="http://schemas.openxmlformats.org/officeDocument/2006/relationships/slide" Target="slide134.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14.xml"/><Relationship Id="rId22" Type="http://schemas.openxmlformats.org/officeDocument/2006/relationships/slide" Target="slide131.xml"/></Relationships>
</file>

<file path=ppt/slides/_rels/slide131.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07.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29.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131.xml"/><Relationship Id="rId16" Type="http://schemas.openxmlformats.org/officeDocument/2006/relationships/slide" Target="slide13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23.xml"/><Relationship Id="rId23" Type="http://schemas.openxmlformats.org/officeDocument/2006/relationships/slide" Target="slide132.xml"/><Relationship Id="rId10" Type="http://schemas.openxmlformats.org/officeDocument/2006/relationships/slide" Target="slide83.xml"/><Relationship Id="rId19" Type="http://schemas.openxmlformats.org/officeDocument/2006/relationships/slide" Target="slide135.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15.xml"/><Relationship Id="rId22" Type="http://schemas.openxmlformats.org/officeDocument/2006/relationships/slide" Target="slide130.xml"/></Relationships>
</file>

<file path=ppt/slides/_rels/slide132.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08.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29.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8.xml"/><Relationship Id="rId25" Type="http://schemas.openxmlformats.org/officeDocument/2006/relationships/image" Target="../media/image34.png"/><Relationship Id="rId2" Type="http://schemas.openxmlformats.org/officeDocument/2006/relationships/notesSlide" Target="../notesSlides/notesSlide132.xml"/><Relationship Id="rId16" Type="http://schemas.openxmlformats.org/officeDocument/2006/relationships/slide" Target="slide14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24.xml"/><Relationship Id="rId23" Type="http://schemas.openxmlformats.org/officeDocument/2006/relationships/slide" Target="slide131.xml"/><Relationship Id="rId10" Type="http://schemas.openxmlformats.org/officeDocument/2006/relationships/slide" Target="slide84.xml"/><Relationship Id="rId19" Type="http://schemas.openxmlformats.org/officeDocument/2006/relationships/slide" Target="slide136.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16.xml"/><Relationship Id="rId22" Type="http://schemas.openxmlformats.org/officeDocument/2006/relationships/slide" Target="slide130.xml"/></Relationships>
</file>

<file path=ppt/slides/_rels/slide133.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09.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34.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9.xml"/><Relationship Id="rId25" Type="http://schemas.openxmlformats.org/officeDocument/2006/relationships/image" Target="../media/image34.png"/><Relationship Id="rId2" Type="http://schemas.openxmlformats.org/officeDocument/2006/relationships/notesSlide" Target="../notesSlides/notesSlide133.xml"/><Relationship Id="rId16" Type="http://schemas.openxmlformats.org/officeDocument/2006/relationships/slide" Target="slide14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25.xml"/><Relationship Id="rId23" Type="http://schemas.openxmlformats.org/officeDocument/2006/relationships/slide" Target="slide136.xml"/><Relationship Id="rId10" Type="http://schemas.openxmlformats.org/officeDocument/2006/relationships/slide" Target="slide85.xml"/><Relationship Id="rId19" Type="http://schemas.openxmlformats.org/officeDocument/2006/relationships/slide" Target="slide129.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17.xml"/><Relationship Id="rId22" Type="http://schemas.openxmlformats.org/officeDocument/2006/relationships/slide" Target="slide135.xml"/></Relationships>
</file>

<file path=ppt/slides/_rels/slide134.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0.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33.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34.xml"/><Relationship Id="rId16" Type="http://schemas.openxmlformats.org/officeDocument/2006/relationships/slide" Target="slide14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26.xml"/><Relationship Id="rId23" Type="http://schemas.openxmlformats.org/officeDocument/2006/relationships/slide" Target="slide136.xml"/><Relationship Id="rId10" Type="http://schemas.openxmlformats.org/officeDocument/2006/relationships/slide" Target="slide86.xml"/><Relationship Id="rId19" Type="http://schemas.openxmlformats.org/officeDocument/2006/relationships/slide" Target="slide130.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18.xml"/><Relationship Id="rId22" Type="http://schemas.openxmlformats.org/officeDocument/2006/relationships/slide" Target="slide135.xml"/></Relationships>
</file>

<file path=ppt/slides/_rels/slide135.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1.xml"/><Relationship Id="rId18" Type="http://schemas.openxmlformats.org/officeDocument/2006/relationships/image" Target="../media/image12.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slide" Target="slide133.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35.xml"/><Relationship Id="rId16" Type="http://schemas.openxmlformats.org/officeDocument/2006/relationships/slide" Target="slide14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27.xml"/><Relationship Id="rId23" Type="http://schemas.openxmlformats.org/officeDocument/2006/relationships/slide" Target="slide136.xml"/><Relationship Id="rId10" Type="http://schemas.openxmlformats.org/officeDocument/2006/relationships/slide" Target="slide87.xml"/><Relationship Id="rId19" Type="http://schemas.openxmlformats.org/officeDocument/2006/relationships/slide" Target="slide131.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19.xml"/><Relationship Id="rId22" Type="http://schemas.openxmlformats.org/officeDocument/2006/relationships/slide" Target="slide134.xml"/></Relationships>
</file>

<file path=ppt/slides/_rels/slide136.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12.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33.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52.xml"/><Relationship Id="rId25" Type="http://schemas.openxmlformats.org/officeDocument/2006/relationships/image" Target="../media/image34.png"/><Relationship Id="rId2" Type="http://schemas.openxmlformats.org/officeDocument/2006/relationships/notesSlide" Target="../notesSlides/notesSlide136.xml"/><Relationship Id="rId16" Type="http://schemas.openxmlformats.org/officeDocument/2006/relationships/slide" Target="slide14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28.xml"/><Relationship Id="rId23" Type="http://schemas.openxmlformats.org/officeDocument/2006/relationships/slide" Target="slide135.xml"/><Relationship Id="rId10" Type="http://schemas.openxmlformats.org/officeDocument/2006/relationships/slide" Target="slide88.xml"/><Relationship Id="rId19" Type="http://schemas.openxmlformats.org/officeDocument/2006/relationships/slide" Target="slide132.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0.xml"/><Relationship Id="rId22" Type="http://schemas.openxmlformats.org/officeDocument/2006/relationships/slide" Target="slide134.xml"/></Relationships>
</file>

<file path=ppt/slides/_rels/slide137.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05.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38.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45.xml"/><Relationship Id="rId25" Type="http://schemas.openxmlformats.org/officeDocument/2006/relationships/image" Target="../media/image14.png"/><Relationship Id="rId2" Type="http://schemas.openxmlformats.org/officeDocument/2006/relationships/notesSlide" Target="../notesSlides/notesSlide137.xml"/><Relationship Id="rId16" Type="http://schemas.openxmlformats.org/officeDocument/2006/relationships/slide" Target="slide12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1.xml"/><Relationship Id="rId23" Type="http://schemas.openxmlformats.org/officeDocument/2006/relationships/slide" Target="slide140.xml"/><Relationship Id="rId10" Type="http://schemas.openxmlformats.org/officeDocument/2006/relationships/slide" Target="slide81.xml"/><Relationship Id="rId19" Type="http://schemas.openxmlformats.org/officeDocument/2006/relationships/slide" Target="slide141.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13.xml"/><Relationship Id="rId22" Type="http://schemas.openxmlformats.org/officeDocument/2006/relationships/slide" Target="slide139.xml"/></Relationships>
</file>

<file path=ppt/slides/_rels/slide138.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06.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37.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46.xml"/><Relationship Id="rId25" Type="http://schemas.openxmlformats.org/officeDocument/2006/relationships/image" Target="../media/image33.png"/><Relationship Id="rId2" Type="http://schemas.openxmlformats.org/officeDocument/2006/relationships/notesSlide" Target="../notesSlides/notesSlide138.xml"/><Relationship Id="rId16" Type="http://schemas.openxmlformats.org/officeDocument/2006/relationships/slide" Target="slide13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22.xml"/><Relationship Id="rId23" Type="http://schemas.openxmlformats.org/officeDocument/2006/relationships/slide" Target="slide140.xml"/><Relationship Id="rId10" Type="http://schemas.openxmlformats.org/officeDocument/2006/relationships/slide" Target="slide82.xml"/><Relationship Id="rId19" Type="http://schemas.openxmlformats.org/officeDocument/2006/relationships/slide" Target="slide142.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14.xml"/><Relationship Id="rId22" Type="http://schemas.openxmlformats.org/officeDocument/2006/relationships/slide" Target="slide139.xml"/></Relationships>
</file>

<file path=ppt/slides/_rels/slide139.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07.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37.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47.xml"/><Relationship Id="rId25" Type="http://schemas.openxmlformats.org/officeDocument/2006/relationships/image" Target="../media/image33.png"/><Relationship Id="rId2" Type="http://schemas.openxmlformats.org/officeDocument/2006/relationships/notesSlide" Target="../notesSlides/notesSlide139.xml"/><Relationship Id="rId16" Type="http://schemas.openxmlformats.org/officeDocument/2006/relationships/slide" Target="slide13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23.xml"/><Relationship Id="rId23" Type="http://schemas.openxmlformats.org/officeDocument/2006/relationships/slide" Target="slide140.xml"/><Relationship Id="rId10" Type="http://schemas.openxmlformats.org/officeDocument/2006/relationships/slide" Target="slide83.xml"/><Relationship Id="rId19" Type="http://schemas.openxmlformats.org/officeDocument/2006/relationships/slide" Target="slide143.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15.xml"/><Relationship Id="rId22" Type="http://schemas.openxmlformats.org/officeDocument/2006/relationships/slide" Target="slide138.xml"/></Relationships>
</file>

<file path=ppt/slides/_rels/slide140.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08.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37.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8.xml"/><Relationship Id="rId25" Type="http://schemas.openxmlformats.org/officeDocument/2006/relationships/image" Target="../media/image14.png"/><Relationship Id="rId2" Type="http://schemas.openxmlformats.org/officeDocument/2006/relationships/notesSlide" Target="../notesSlides/notesSlide140.xml"/><Relationship Id="rId16" Type="http://schemas.openxmlformats.org/officeDocument/2006/relationships/slide" Target="slide13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24.xml"/><Relationship Id="rId23" Type="http://schemas.openxmlformats.org/officeDocument/2006/relationships/slide" Target="slide139.xml"/><Relationship Id="rId10" Type="http://schemas.openxmlformats.org/officeDocument/2006/relationships/slide" Target="slide84.xml"/><Relationship Id="rId19" Type="http://schemas.openxmlformats.org/officeDocument/2006/relationships/slide" Target="slide144.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16.xml"/><Relationship Id="rId22" Type="http://schemas.openxmlformats.org/officeDocument/2006/relationships/slide" Target="slide138.xml"/></Relationships>
</file>

<file path=ppt/slides/_rels/slide141.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09.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42.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9.xml"/><Relationship Id="rId25" Type="http://schemas.openxmlformats.org/officeDocument/2006/relationships/image" Target="../media/image14.png"/><Relationship Id="rId2" Type="http://schemas.openxmlformats.org/officeDocument/2006/relationships/notesSlide" Target="../notesSlides/notesSlide141.xml"/><Relationship Id="rId16" Type="http://schemas.openxmlformats.org/officeDocument/2006/relationships/slide" Target="slide13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25.xml"/><Relationship Id="rId23" Type="http://schemas.openxmlformats.org/officeDocument/2006/relationships/slide" Target="slide144.xml"/><Relationship Id="rId10" Type="http://schemas.openxmlformats.org/officeDocument/2006/relationships/slide" Target="slide85.xml"/><Relationship Id="rId19" Type="http://schemas.openxmlformats.org/officeDocument/2006/relationships/slide" Target="slide137.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17.xml"/><Relationship Id="rId22" Type="http://schemas.openxmlformats.org/officeDocument/2006/relationships/slide" Target="slide143.xml"/></Relationships>
</file>

<file path=ppt/slides/_rels/slide142.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0.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1.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50.xml"/><Relationship Id="rId25" Type="http://schemas.openxmlformats.org/officeDocument/2006/relationships/image" Target="../media/image33.png"/><Relationship Id="rId2" Type="http://schemas.openxmlformats.org/officeDocument/2006/relationships/notesSlide" Target="../notesSlides/notesSlide142.xml"/><Relationship Id="rId16" Type="http://schemas.openxmlformats.org/officeDocument/2006/relationships/slide" Target="slide13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26.xml"/><Relationship Id="rId23" Type="http://schemas.openxmlformats.org/officeDocument/2006/relationships/slide" Target="slide144.xml"/><Relationship Id="rId10" Type="http://schemas.openxmlformats.org/officeDocument/2006/relationships/slide" Target="slide86.xml"/><Relationship Id="rId19" Type="http://schemas.openxmlformats.org/officeDocument/2006/relationships/slide" Target="slide138.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18.xml"/><Relationship Id="rId22" Type="http://schemas.openxmlformats.org/officeDocument/2006/relationships/slide" Target="slide143.xml"/></Relationships>
</file>

<file path=ppt/slides/_rels/slide143.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1.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1.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51.xml"/><Relationship Id="rId25" Type="http://schemas.openxmlformats.org/officeDocument/2006/relationships/image" Target="../media/image33.png"/><Relationship Id="rId2" Type="http://schemas.openxmlformats.org/officeDocument/2006/relationships/notesSlide" Target="../notesSlides/notesSlide143.xml"/><Relationship Id="rId16" Type="http://schemas.openxmlformats.org/officeDocument/2006/relationships/slide" Target="slide135.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27.xml"/><Relationship Id="rId23" Type="http://schemas.openxmlformats.org/officeDocument/2006/relationships/slide" Target="slide144.xml"/><Relationship Id="rId10" Type="http://schemas.openxmlformats.org/officeDocument/2006/relationships/slide" Target="slide87.xml"/><Relationship Id="rId19" Type="http://schemas.openxmlformats.org/officeDocument/2006/relationships/slide" Target="slide139.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19.xml"/><Relationship Id="rId22" Type="http://schemas.openxmlformats.org/officeDocument/2006/relationships/slide" Target="slide142.xml"/></Relationships>
</file>

<file path=ppt/slides/_rels/slide144.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12.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41.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52.xml"/><Relationship Id="rId25" Type="http://schemas.openxmlformats.org/officeDocument/2006/relationships/image" Target="../media/image14.png"/><Relationship Id="rId2" Type="http://schemas.openxmlformats.org/officeDocument/2006/relationships/notesSlide" Target="../notesSlides/notesSlide144.xml"/><Relationship Id="rId16" Type="http://schemas.openxmlformats.org/officeDocument/2006/relationships/slide" Target="slide136.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28.xml"/><Relationship Id="rId23" Type="http://schemas.openxmlformats.org/officeDocument/2006/relationships/slide" Target="slide143.xml"/><Relationship Id="rId10" Type="http://schemas.openxmlformats.org/officeDocument/2006/relationships/slide" Target="slide88.xml"/><Relationship Id="rId19" Type="http://schemas.openxmlformats.org/officeDocument/2006/relationships/slide" Target="slide140.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0.xml"/><Relationship Id="rId22" Type="http://schemas.openxmlformats.org/officeDocument/2006/relationships/slide" Target="slide142.xml"/></Relationships>
</file>

<file path=ppt/slides/_rels/slide145.xml.rels><?xml version="1.0" encoding="UTF-8" standalone="yes"?>
<Relationships xmlns="http://schemas.openxmlformats.org/package/2006/relationships"><Relationship Id="rId8" Type="http://schemas.openxmlformats.org/officeDocument/2006/relationships/slide" Target="slide65.xml"/><Relationship Id="rId13" Type="http://schemas.openxmlformats.org/officeDocument/2006/relationships/slide" Target="slide105.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46.xml"/><Relationship Id="rId7" Type="http://schemas.openxmlformats.org/officeDocument/2006/relationships/slide" Target="slide57.xml"/><Relationship Id="rId12" Type="http://schemas.openxmlformats.org/officeDocument/2006/relationships/slide" Target="slide97.xml"/><Relationship Id="rId17" Type="http://schemas.openxmlformats.org/officeDocument/2006/relationships/slide" Target="slide137.xml"/><Relationship Id="rId25" Type="http://schemas.openxmlformats.org/officeDocument/2006/relationships/image" Target="../media/image14.png"/><Relationship Id="rId2" Type="http://schemas.openxmlformats.org/officeDocument/2006/relationships/notesSlide" Target="../notesSlides/notesSlide145.xml"/><Relationship Id="rId16" Type="http://schemas.openxmlformats.org/officeDocument/2006/relationships/slide" Target="slide129.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49.xml"/><Relationship Id="rId11" Type="http://schemas.openxmlformats.org/officeDocument/2006/relationships/slide" Target="slide89.xml"/><Relationship Id="rId24" Type="http://schemas.openxmlformats.org/officeDocument/2006/relationships/slide" Target="slide17.xml"/><Relationship Id="rId5" Type="http://schemas.openxmlformats.org/officeDocument/2006/relationships/slide" Target="slide41.xml"/><Relationship Id="rId15" Type="http://schemas.openxmlformats.org/officeDocument/2006/relationships/slide" Target="slide121.xml"/><Relationship Id="rId23" Type="http://schemas.openxmlformats.org/officeDocument/2006/relationships/slide" Target="slide148.xml"/><Relationship Id="rId10" Type="http://schemas.openxmlformats.org/officeDocument/2006/relationships/slide" Target="slide81.xml"/><Relationship Id="rId19" Type="http://schemas.openxmlformats.org/officeDocument/2006/relationships/slide" Target="slide149.xml"/><Relationship Id="rId4" Type="http://schemas.openxmlformats.org/officeDocument/2006/relationships/slide" Target="slide33.xml"/><Relationship Id="rId9" Type="http://schemas.openxmlformats.org/officeDocument/2006/relationships/slide" Target="slide73.xml"/><Relationship Id="rId14" Type="http://schemas.openxmlformats.org/officeDocument/2006/relationships/slide" Target="slide113.xml"/><Relationship Id="rId22" Type="http://schemas.openxmlformats.org/officeDocument/2006/relationships/slide" Target="slide147.xml"/></Relationships>
</file>

<file path=ppt/slides/_rels/slide146.xml.rels><?xml version="1.0" encoding="UTF-8" standalone="yes"?>
<Relationships xmlns="http://schemas.openxmlformats.org/package/2006/relationships"><Relationship Id="rId8" Type="http://schemas.openxmlformats.org/officeDocument/2006/relationships/slide" Target="slide66.xml"/><Relationship Id="rId13" Type="http://schemas.openxmlformats.org/officeDocument/2006/relationships/slide" Target="slide106.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5.xml"/><Relationship Id="rId7" Type="http://schemas.openxmlformats.org/officeDocument/2006/relationships/slide" Target="slide58.xml"/><Relationship Id="rId12" Type="http://schemas.openxmlformats.org/officeDocument/2006/relationships/slide" Target="slide98.xml"/><Relationship Id="rId17" Type="http://schemas.openxmlformats.org/officeDocument/2006/relationships/slide" Target="slide138.xml"/><Relationship Id="rId25" Type="http://schemas.openxmlformats.org/officeDocument/2006/relationships/image" Target="../media/image33.png"/><Relationship Id="rId2" Type="http://schemas.openxmlformats.org/officeDocument/2006/relationships/notesSlide" Target="../notesSlides/notesSlide146.xml"/><Relationship Id="rId16" Type="http://schemas.openxmlformats.org/officeDocument/2006/relationships/slide" Target="slide130.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0.xml"/><Relationship Id="rId11" Type="http://schemas.openxmlformats.org/officeDocument/2006/relationships/slide" Target="slide90.xml"/><Relationship Id="rId24" Type="http://schemas.openxmlformats.org/officeDocument/2006/relationships/slide" Target="slide17.xml"/><Relationship Id="rId5" Type="http://schemas.openxmlformats.org/officeDocument/2006/relationships/slide" Target="slide42.xml"/><Relationship Id="rId15" Type="http://schemas.openxmlformats.org/officeDocument/2006/relationships/slide" Target="slide122.xml"/><Relationship Id="rId23" Type="http://schemas.openxmlformats.org/officeDocument/2006/relationships/slide" Target="slide148.xml"/><Relationship Id="rId10" Type="http://schemas.openxmlformats.org/officeDocument/2006/relationships/slide" Target="slide82.xml"/><Relationship Id="rId19" Type="http://schemas.openxmlformats.org/officeDocument/2006/relationships/slide" Target="slide150.xml"/><Relationship Id="rId4" Type="http://schemas.openxmlformats.org/officeDocument/2006/relationships/slide" Target="slide34.xml"/><Relationship Id="rId9" Type="http://schemas.openxmlformats.org/officeDocument/2006/relationships/slide" Target="slide74.xml"/><Relationship Id="rId14" Type="http://schemas.openxmlformats.org/officeDocument/2006/relationships/slide" Target="slide114.xml"/><Relationship Id="rId22" Type="http://schemas.openxmlformats.org/officeDocument/2006/relationships/slide" Target="slide147.xml"/></Relationships>
</file>

<file path=ppt/slides/_rels/slide147.xml.rels><?xml version="1.0" encoding="UTF-8" standalone="yes"?>
<Relationships xmlns="http://schemas.openxmlformats.org/package/2006/relationships"><Relationship Id="rId8" Type="http://schemas.openxmlformats.org/officeDocument/2006/relationships/slide" Target="slide67.xml"/><Relationship Id="rId13" Type="http://schemas.openxmlformats.org/officeDocument/2006/relationships/slide" Target="slide107.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5.xml"/><Relationship Id="rId7" Type="http://schemas.openxmlformats.org/officeDocument/2006/relationships/slide" Target="slide59.xml"/><Relationship Id="rId12" Type="http://schemas.openxmlformats.org/officeDocument/2006/relationships/slide" Target="slide99.xml"/><Relationship Id="rId17" Type="http://schemas.openxmlformats.org/officeDocument/2006/relationships/slide" Target="slide139.xml"/><Relationship Id="rId25" Type="http://schemas.openxmlformats.org/officeDocument/2006/relationships/image" Target="../media/image33.png"/><Relationship Id="rId2" Type="http://schemas.openxmlformats.org/officeDocument/2006/relationships/notesSlide" Target="../notesSlides/notesSlide147.xml"/><Relationship Id="rId16" Type="http://schemas.openxmlformats.org/officeDocument/2006/relationships/slide" Target="slide131.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1.xml"/><Relationship Id="rId11" Type="http://schemas.openxmlformats.org/officeDocument/2006/relationships/slide" Target="slide91.xml"/><Relationship Id="rId24" Type="http://schemas.openxmlformats.org/officeDocument/2006/relationships/slide" Target="slide17.xml"/><Relationship Id="rId5" Type="http://schemas.openxmlformats.org/officeDocument/2006/relationships/slide" Target="slide43.xml"/><Relationship Id="rId15" Type="http://schemas.openxmlformats.org/officeDocument/2006/relationships/slide" Target="slide123.xml"/><Relationship Id="rId23" Type="http://schemas.openxmlformats.org/officeDocument/2006/relationships/slide" Target="slide148.xml"/><Relationship Id="rId10" Type="http://schemas.openxmlformats.org/officeDocument/2006/relationships/slide" Target="slide83.xml"/><Relationship Id="rId19" Type="http://schemas.openxmlformats.org/officeDocument/2006/relationships/slide" Target="slide151.xml"/><Relationship Id="rId4" Type="http://schemas.openxmlformats.org/officeDocument/2006/relationships/slide" Target="slide35.xml"/><Relationship Id="rId9" Type="http://schemas.openxmlformats.org/officeDocument/2006/relationships/slide" Target="slide75.xml"/><Relationship Id="rId14" Type="http://schemas.openxmlformats.org/officeDocument/2006/relationships/slide" Target="slide115.xml"/><Relationship Id="rId22" Type="http://schemas.openxmlformats.org/officeDocument/2006/relationships/slide" Target="slide146.xml"/></Relationships>
</file>

<file path=ppt/slides/_rels/slide148.xml.rels><?xml version="1.0" encoding="UTF-8" standalone="yes"?>
<Relationships xmlns="http://schemas.openxmlformats.org/package/2006/relationships"><Relationship Id="rId8" Type="http://schemas.openxmlformats.org/officeDocument/2006/relationships/slide" Target="slide68.xml"/><Relationship Id="rId13" Type="http://schemas.openxmlformats.org/officeDocument/2006/relationships/slide" Target="slide108.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45.xml"/><Relationship Id="rId7" Type="http://schemas.openxmlformats.org/officeDocument/2006/relationships/slide" Target="slide60.xml"/><Relationship Id="rId12" Type="http://schemas.openxmlformats.org/officeDocument/2006/relationships/slide" Target="slide100.xml"/><Relationship Id="rId17" Type="http://schemas.openxmlformats.org/officeDocument/2006/relationships/slide" Target="slide140.xml"/><Relationship Id="rId25" Type="http://schemas.openxmlformats.org/officeDocument/2006/relationships/image" Target="../media/image14.png"/><Relationship Id="rId2" Type="http://schemas.openxmlformats.org/officeDocument/2006/relationships/notesSlide" Target="../notesSlides/notesSlide148.xml"/><Relationship Id="rId16" Type="http://schemas.openxmlformats.org/officeDocument/2006/relationships/slide" Target="slide132.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2.xml"/><Relationship Id="rId11" Type="http://schemas.openxmlformats.org/officeDocument/2006/relationships/slide" Target="slide92.xml"/><Relationship Id="rId24" Type="http://schemas.openxmlformats.org/officeDocument/2006/relationships/slide" Target="slide17.xml"/><Relationship Id="rId5" Type="http://schemas.openxmlformats.org/officeDocument/2006/relationships/slide" Target="slide44.xml"/><Relationship Id="rId15" Type="http://schemas.openxmlformats.org/officeDocument/2006/relationships/slide" Target="slide124.xml"/><Relationship Id="rId23" Type="http://schemas.openxmlformats.org/officeDocument/2006/relationships/slide" Target="slide147.xml"/><Relationship Id="rId10" Type="http://schemas.openxmlformats.org/officeDocument/2006/relationships/slide" Target="slide84.xml"/><Relationship Id="rId19" Type="http://schemas.openxmlformats.org/officeDocument/2006/relationships/slide" Target="slide152.xml"/><Relationship Id="rId4" Type="http://schemas.openxmlformats.org/officeDocument/2006/relationships/slide" Target="slide36.xml"/><Relationship Id="rId9" Type="http://schemas.openxmlformats.org/officeDocument/2006/relationships/slide" Target="slide76.xml"/><Relationship Id="rId14" Type="http://schemas.openxmlformats.org/officeDocument/2006/relationships/slide" Target="slide116.xml"/><Relationship Id="rId22" Type="http://schemas.openxmlformats.org/officeDocument/2006/relationships/slide" Target="slide146.xml"/></Relationships>
</file>

<file path=ppt/slides/_rels/slide149.xml.rels><?xml version="1.0" encoding="UTF-8" standalone="yes"?>
<Relationships xmlns="http://schemas.openxmlformats.org/package/2006/relationships"><Relationship Id="rId8" Type="http://schemas.openxmlformats.org/officeDocument/2006/relationships/slide" Target="slide69.xml"/><Relationship Id="rId13" Type="http://schemas.openxmlformats.org/officeDocument/2006/relationships/slide" Target="slide109.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50.xml"/><Relationship Id="rId7" Type="http://schemas.openxmlformats.org/officeDocument/2006/relationships/slide" Target="slide61.xml"/><Relationship Id="rId12" Type="http://schemas.openxmlformats.org/officeDocument/2006/relationships/slide" Target="slide101.xml"/><Relationship Id="rId17" Type="http://schemas.openxmlformats.org/officeDocument/2006/relationships/slide" Target="slide141.xml"/><Relationship Id="rId25" Type="http://schemas.openxmlformats.org/officeDocument/2006/relationships/image" Target="../media/image14.png"/><Relationship Id="rId2" Type="http://schemas.openxmlformats.org/officeDocument/2006/relationships/notesSlide" Target="../notesSlides/notesSlide149.xml"/><Relationship Id="rId16" Type="http://schemas.openxmlformats.org/officeDocument/2006/relationships/slide" Target="slide133.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3.xml"/><Relationship Id="rId11" Type="http://schemas.openxmlformats.org/officeDocument/2006/relationships/slide" Target="slide93.xml"/><Relationship Id="rId24" Type="http://schemas.openxmlformats.org/officeDocument/2006/relationships/slide" Target="slide17.xml"/><Relationship Id="rId5" Type="http://schemas.openxmlformats.org/officeDocument/2006/relationships/slide" Target="slide45.xml"/><Relationship Id="rId15" Type="http://schemas.openxmlformats.org/officeDocument/2006/relationships/slide" Target="slide125.xml"/><Relationship Id="rId23" Type="http://schemas.openxmlformats.org/officeDocument/2006/relationships/slide" Target="slide152.xml"/><Relationship Id="rId10" Type="http://schemas.openxmlformats.org/officeDocument/2006/relationships/slide" Target="slide85.xml"/><Relationship Id="rId19" Type="http://schemas.openxmlformats.org/officeDocument/2006/relationships/slide" Target="slide145.xml"/><Relationship Id="rId4" Type="http://schemas.openxmlformats.org/officeDocument/2006/relationships/slide" Target="slide37.xml"/><Relationship Id="rId9" Type="http://schemas.openxmlformats.org/officeDocument/2006/relationships/slide" Target="slide77.xml"/><Relationship Id="rId14" Type="http://schemas.openxmlformats.org/officeDocument/2006/relationships/slide" Target="slide117.xml"/><Relationship Id="rId22" Type="http://schemas.openxmlformats.org/officeDocument/2006/relationships/slide" Target="slide151.xml"/></Relationships>
</file>

<file path=ppt/slides/_rels/slide150.xml.rels><?xml version="1.0" encoding="UTF-8" standalone="yes"?>
<Relationships xmlns="http://schemas.openxmlformats.org/package/2006/relationships"><Relationship Id="rId8" Type="http://schemas.openxmlformats.org/officeDocument/2006/relationships/slide" Target="slide70.xml"/><Relationship Id="rId13" Type="http://schemas.openxmlformats.org/officeDocument/2006/relationships/slide" Target="slide110.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9.xml"/><Relationship Id="rId7" Type="http://schemas.openxmlformats.org/officeDocument/2006/relationships/slide" Target="slide62.xml"/><Relationship Id="rId12" Type="http://schemas.openxmlformats.org/officeDocument/2006/relationships/slide" Target="slide102.xml"/><Relationship Id="rId17" Type="http://schemas.openxmlformats.org/officeDocument/2006/relationships/slide" Target="slide142.xml"/><Relationship Id="rId25" Type="http://schemas.openxmlformats.org/officeDocument/2006/relationships/image" Target="../media/image33.png"/><Relationship Id="rId2" Type="http://schemas.openxmlformats.org/officeDocument/2006/relationships/notesSlide" Target="../notesSlides/notesSlide150.xml"/><Relationship Id="rId16" Type="http://schemas.openxmlformats.org/officeDocument/2006/relationships/slide" Target="slide134.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4.xml"/><Relationship Id="rId11" Type="http://schemas.openxmlformats.org/officeDocument/2006/relationships/slide" Target="slide94.xml"/><Relationship Id="rId24" Type="http://schemas.openxmlformats.org/officeDocument/2006/relationships/slide" Target="slide17.xml"/><Relationship Id="rId5" Type="http://schemas.openxmlformats.org/officeDocument/2006/relationships/slide" Target="slide46.xml"/><Relationship Id="rId15" Type="http://schemas.openxmlformats.org/officeDocument/2006/relationships/slide" Target="slide126.xml"/><Relationship Id="rId23" Type="http://schemas.openxmlformats.org/officeDocument/2006/relationships/slide" Target="slide152.xml"/><Relationship Id="rId10" Type="http://schemas.openxmlformats.org/officeDocument/2006/relationships/slide" Target="slide86.xml"/><Relationship Id="rId19" Type="http://schemas.openxmlformats.org/officeDocument/2006/relationships/slide" Target="slide146.xml"/><Relationship Id="rId4" Type="http://schemas.openxmlformats.org/officeDocument/2006/relationships/slide" Target="slide38.xml"/><Relationship Id="rId9" Type="http://schemas.openxmlformats.org/officeDocument/2006/relationships/slide" Target="slide78.xml"/><Relationship Id="rId14" Type="http://schemas.openxmlformats.org/officeDocument/2006/relationships/slide" Target="slide118.xml"/><Relationship Id="rId22" Type="http://schemas.openxmlformats.org/officeDocument/2006/relationships/slide" Target="slide151.xml"/></Relationships>
</file>

<file path=ppt/slides/_rels/slide151.xml.rels><?xml version="1.0" encoding="UTF-8" standalone="yes"?>
<Relationships xmlns="http://schemas.openxmlformats.org/package/2006/relationships"><Relationship Id="rId8" Type="http://schemas.openxmlformats.org/officeDocument/2006/relationships/slide" Target="slide71.xml"/><Relationship Id="rId13" Type="http://schemas.openxmlformats.org/officeDocument/2006/relationships/slide" Target="slide111.xml"/><Relationship Id="rId18" Type="http://schemas.openxmlformats.org/officeDocument/2006/relationships/image" Target="../media/image12.png"/><Relationship Id="rId26" Type="http://schemas.openxmlformats.org/officeDocument/2006/relationships/image" Target="../media/image14.png"/><Relationship Id="rId3" Type="http://schemas.openxmlformats.org/officeDocument/2006/relationships/image" Target="../media/image11.png"/><Relationship Id="rId21" Type="http://schemas.openxmlformats.org/officeDocument/2006/relationships/slide" Target="slide149.xml"/><Relationship Id="rId7" Type="http://schemas.openxmlformats.org/officeDocument/2006/relationships/slide" Target="slide63.xml"/><Relationship Id="rId12" Type="http://schemas.openxmlformats.org/officeDocument/2006/relationships/slide" Target="slide103.xml"/><Relationship Id="rId17" Type="http://schemas.openxmlformats.org/officeDocument/2006/relationships/slide" Target="slide143.xml"/><Relationship Id="rId25" Type="http://schemas.openxmlformats.org/officeDocument/2006/relationships/image" Target="../media/image33.png"/><Relationship Id="rId2" Type="http://schemas.openxmlformats.org/officeDocument/2006/relationships/notesSlide" Target="../notesSlides/notesSlide151.xml"/><Relationship Id="rId16" Type="http://schemas.openxmlformats.org/officeDocument/2006/relationships/slide" Target="slide135.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5.xml"/><Relationship Id="rId11" Type="http://schemas.openxmlformats.org/officeDocument/2006/relationships/slide" Target="slide95.xml"/><Relationship Id="rId24" Type="http://schemas.openxmlformats.org/officeDocument/2006/relationships/slide" Target="slide17.xml"/><Relationship Id="rId5" Type="http://schemas.openxmlformats.org/officeDocument/2006/relationships/slide" Target="slide47.xml"/><Relationship Id="rId15" Type="http://schemas.openxmlformats.org/officeDocument/2006/relationships/slide" Target="slide127.xml"/><Relationship Id="rId23" Type="http://schemas.openxmlformats.org/officeDocument/2006/relationships/slide" Target="slide152.xml"/><Relationship Id="rId10" Type="http://schemas.openxmlformats.org/officeDocument/2006/relationships/slide" Target="slide87.xml"/><Relationship Id="rId19" Type="http://schemas.openxmlformats.org/officeDocument/2006/relationships/slide" Target="slide147.xml"/><Relationship Id="rId4" Type="http://schemas.openxmlformats.org/officeDocument/2006/relationships/slide" Target="slide39.xml"/><Relationship Id="rId9" Type="http://schemas.openxmlformats.org/officeDocument/2006/relationships/slide" Target="slide79.xml"/><Relationship Id="rId14" Type="http://schemas.openxmlformats.org/officeDocument/2006/relationships/slide" Target="slide119.xml"/><Relationship Id="rId22" Type="http://schemas.openxmlformats.org/officeDocument/2006/relationships/slide" Target="slide150.xml"/></Relationships>
</file>

<file path=ppt/slides/_rels/slide152.xml.rels><?xml version="1.0" encoding="UTF-8" standalone="yes"?>
<Relationships xmlns="http://schemas.openxmlformats.org/package/2006/relationships"><Relationship Id="rId8" Type="http://schemas.openxmlformats.org/officeDocument/2006/relationships/slide" Target="slide72.xml"/><Relationship Id="rId13" Type="http://schemas.openxmlformats.org/officeDocument/2006/relationships/slide" Target="slide112.xml"/><Relationship Id="rId18" Type="http://schemas.openxmlformats.org/officeDocument/2006/relationships/image" Target="../media/image12.png"/><Relationship Id="rId3" Type="http://schemas.openxmlformats.org/officeDocument/2006/relationships/image" Target="../media/image11.png"/><Relationship Id="rId21" Type="http://schemas.openxmlformats.org/officeDocument/2006/relationships/slide" Target="slide149.xml"/><Relationship Id="rId7" Type="http://schemas.openxmlformats.org/officeDocument/2006/relationships/slide" Target="slide64.xml"/><Relationship Id="rId12" Type="http://schemas.openxmlformats.org/officeDocument/2006/relationships/slide" Target="slide104.xml"/><Relationship Id="rId17" Type="http://schemas.openxmlformats.org/officeDocument/2006/relationships/slide" Target="slide144.xml"/><Relationship Id="rId25" Type="http://schemas.openxmlformats.org/officeDocument/2006/relationships/image" Target="../media/image14.png"/><Relationship Id="rId2" Type="http://schemas.openxmlformats.org/officeDocument/2006/relationships/notesSlide" Target="../notesSlides/notesSlide152.xml"/><Relationship Id="rId16" Type="http://schemas.openxmlformats.org/officeDocument/2006/relationships/slide" Target="slide136.xml"/><Relationship Id="rId20"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slide" Target="slide56.xml"/><Relationship Id="rId11" Type="http://schemas.openxmlformats.org/officeDocument/2006/relationships/slide" Target="slide96.xml"/><Relationship Id="rId24" Type="http://schemas.openxmlformats.org/officeDocument/2006/relationships/slide" Target="slide17.xml"/><Relationship Id="rId5" Type="http://schemas.openxmlformats.org/officeDocument/2006/relationships/slide" Target="slide48.xml"/><Relationship Id="rId15" Type="http://schemas.openxmlformats.org/officeDocument/2006/relationships/slide" Target="slide128.xml"/><Relationship Id="rId23" Type="http://schemas.openxmlformats.org/officeDocument/2006/relationships/slide" Target="slide151.xml"/><Relationship Id="rId10" Type="http://schemas.openxmlformats.org/officeDocument/2006/relationships/slide" Target="slide88.xml"/><Relationship Id="rId19" Type="http://schemas.openxmlformats.org/officeDocument/2006/relationships/slide" Target="slide148.xml"/><Relationship Id="rId4" Type="http://schemas.openxmlformats.org/officeDocument/2006/relationships/slide" Target="slide40.xml"/><Relationship Id="rId9" Type="http://schemas.openxmlformats.org/officeDocument/2006/relationships/slide" Target="slide80.xml"/><Relationship Id="rId14" Type="http://schemas.openxmlformats.org/officeDocument/2006/relationships/slide" Target="slide120.xml"/><Relationship Id="rId22" Type="http://schemas.openxmlformats.org/officeDocument/2006/relationships/slide" Target="slide1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ootball pitch viewed from above"/>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640080" y="1417320"/>
            <a:ext cx="6035040" cy="365760"/>
          </a:xfrm>
          <a:prstGeom prst="rect">
            <a:avLst/>
          </a:prstGeom>
          <a:noFill/>
          <a:ln/>
        </p:spPr>
        <p:txBody>
          <a:bodyPr wrap="square" lIns="0" tIns="0" rIns="0" bIns="0" rtlCol="0" anchor="t"/>
          <a:lstStyle/>
          <a:p>
            <a:pPr marL="0" indent="0">
              <a:buNone/>
            </a:pPr>
            <a:r>
              <a:rPr lang="en-US" sz="1800" b="1">
                <a:solidFill>
                  <a:schemeClr val="accent2"/>
                </a:solidFill>
              </a:rPr>
              <a:t>OPIM 5671 · Data Mining and Time Series Forecasting</a:t>
            </a:r>
            <a:endParaRPr lang="en-US" sz="1800"/>
          </a:p>
        </p:txBody>
      </p:sp>
      <p:sp>
        <p:nvSpPr>
          <p:cNvPr id="4" name="Text 1"/>
          <p:cNvSpPr txBox="1"/>
          <p:nvPr/>
        </p:nvSpPr>
        <p:spPr>
          <a:xfrm>
            <a:off x="640080" y="1874520"/>
            <a:ext cx="5669280" cy="1554480"/>
          </a:xfrm>
          <a:prstGeom prst="rect">
            <a:avLst/>
          </a:prstGeom>
          <a:noFill/>
          <a:ln/>
        </p:spPr>
        <p:txBody>
          <a:bodyPr wrap="square" lIns="0" tIns="0" rIns="0" bIns="0" rtlCol="0" anchor="t"/>
          <a:lstStyle/>
          <a:p>
            <a:pPr marL="0" indent="0">
              <a:buNone/>
            </a:pPr>
            <a:r>
              <a:rPr lang="en-US" sz="4400" b="1">
                <a:solidFill>
                  <a:schemeClr val="bg1"/>
                </a:solidFill>
                <a:latin typeface="Cambria" pitchFamily="34" charset="0"/>
                <a:ea typeface="Cambria" pitchFamily="34" charset="-122"/>
                <a:cs typeface="Cambria" pitchFamily="34" charset="-120"/>
              </a:rPr>
              <a:t>Transfer Market Valuation Forecaster</a:t>
            </a:r>
            <a:endParaRPr lang="en-US" sz="4400"/>
          </a:p>
        </p:txBody>
      </p:sp>
      <p:sp>
        <p:nvSpPr>
          <p:cNvPr id="5" name="Text 2"/>
          <p:cNvSpPr txBox="1"/>
          <p:nvPr/>
        </p:nvSpPr>
        <p:spPr>
          <a:xfrm>
            <a:off x="640080" y="3566160"/>
            <a:ext cx="3657600" cy="457200"/>
          </a:xfrm>
          <a:prstGeom prst="rect">
            <a:avLst/>
          </a:prstGeom>
          <a:noFill/>
          <a:ln/>
        </p:spPr>
        <p:txBody>
          <a:bodyPr wrap="square" lIns="0" tIns="0" rIns="0" bIns="0" rtlCol="0" anchor="t"/>
          <a:lstStyle/>
          <a:p>
            <a:pPr marL="0" indent="0">
              <a:buNone/>
            </a:pPr>
            <a:r>
              <a:rPr lang="en-US" sz="2400" b="1">
                <a:solidFill>
                  <a:schemeClr val="bg1"/>
                </a:solidFill>
              </a:rPr>
              <a:t>Team 7</a:t>
            </a:r>
            <a:endParaRPr lang="en-US" sz="2400"/>
          </a:p>
        </p:txBody>
      </p:sp>
      <p:sp>
        <p:nvSpPr>
          <p:cNvPr id="6" name="Slide Number Placeholder 0">
            <a:extLst>
              <a:ext uri="{FF2B5EF4-FFF2-40B4-BE49-F238E27FC236}">
                <a16:creationId xmlns:a16="http://schemas.microsoft.com/office/drawing/2014/main" id="{9A3155D9-756A-CC33-778C-2C9826D1A9D1}"/>
              </a:ext>
            </a:extLst>
          </p:cNvPr>
          <p:cNvSpPr txBox="1">
            <a:spLocks/>
          </p:cNvSpPr>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rgbClr val="8A9A9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56A0B-7753-00AE-BB10-FC748E5AED19}"/>
              </a:ext>
            </a:extLst>
          </p:cNvPr>
          <p:cNvSpPr>
            <a:spLocks noGrp="1"/>
          </p:cNvSpPr>
          <p:nvPr>
            <p:ph type="title" idx="100"/>
          </p:nvPr>
        </p:nvSpPr>
        <p:spPr/>
        <p:txBody>
          <a:bodyPr wrap="square" lIns="91440" tIns="45720" rIns="91440" bIns="45720" rtlCol="0" anchor="t"/>
          <a:lstStyle/>
          <a:p>
            <a:r>
              <a:rPr lang="en-GB">
                <a:ea typeface="Cambria"/>
              </a:rPr>
              <a:t>Work Division</a:t>
            </a:r>
            <a:endParaRPr lang="en-US"/>
          </a:p>
        </p:txBody>
      </p:sp>
      <p:sp>
        <p:nvSpPr>
          <p:cNvPr id="3" name="Slide Number Placeholder 2">
            <a:extLst>
              <a:ext uri="{FF2B5EF4-FFF2-40B4-BE49-F238E27FC236}">
                <a16:creationId xmlns:a16="http://schemas.microsoft.com/office/drawing/2014/main" id="{F4736863-77B0-2E97-6E06-0B237762BD02}"/>
              </a:ext>
            </a:extLst>
          </p:cNvPr>
          <p:cNvSpPr>
            <a:spLocks noGrp="1"/>
          </p:cNvSpPr>
          <p:nvPr>
            <p:ph type="sldNum" sz="quarter" idx="4294967295"/>
          </p:nvPr>
        </p:nvSpPr>
        <p:spPr/>
        <p:txBody>
          <a:bodyPr/>
          <a:lstStyle/>
          <a:p>
            <a:pPr algn="r"/>
            <a:fld id="{F7021451-1387-4CA6-816F-3879F97B5CBC}" type="slidenum">
              <a:rPr lang="en-US" b="0"/>
              <a:t>2</a:t>
            </a:fld>
            <a:endParaRPr lang="en-US"/>
          </a:p>
        </p:txBody>
      </p:sp>
      <p:sp>
        <p:nvSpPr>
          <p:cNvPr id="4" name="TextBox 3">
            <a:extLst>
              <a:ext uri="{FF2B5EF4-FFF2-40B4-BE49-F238E27FC236}">
                <a16:creationId xmlns:a16="http://schemas.microsoft.com/office/drawing/2014/main" id="{791FE337-E976-8B50-6BE6-82E6C035535C}"/>
              </a:ext>
            </a:extLst>
          </p:cNvPr>
          <p:cNvSpPr txBox="1"/>
          <p:nvPr/>
        </p:nvSpPr>
        <p:spPr>
          <a:xfrm>
            <a:off x="457200" y="881743"/>
            <a:ext cx="8229600"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latin typeface="Cambria"/>
              </a:rPr>
              <a:t>Danilo Tambone</a:t>
            </a:r>
            <a:endParaRPr lang="en-US">
              <a:solidFill>
                <a:schemeClr val="bg1"/>
              </a:solidFill>
              <a:ea typeface="Calibri"/>
              <a:cs typeface="Calibri"/>
            </a:endParaRPr>
          </a:p>
          <a:p>
            <a:pPr marL="285750" indent="-285750">
              <a:buFont typeface="Arial"/>
              <a:buChar char="•"/>
            </a:pPr>
            <a:r>
              <a:rPr lang="en-US" sz="1400">
                <a:solidFill>
                  <a:schemeClr val="bg1"/>
                </a:solidFill>
                <a:latin typeface="Cambria"/>
              </a:rPr>
              <a:t>Dataset research &amp; Cleaning</a:t>
            </a:r>
            <a:endParaRPr lang="en-US">
              <a:solidFill>
                <a:schemeClr val="bg1"/>
              </a:solidFill>
              <a:ea typeface="Calibri"/>
              <a:cs typeface="Calibri"/>
            </a:endParaRPr>
          </a:p>
          <a:p>
            <a:pPr marL="285750" indent="-285750">
              <a:buFont typeface="Arial" panose="020B0604020202020204" pitchFamily="34" charset="0"/>
              <a:buChar char="•"/>
            </a:pPr>
            <a:r>
              <a:rPr lang="en-US" sz="1400">
                <a:solidFill>
                  <a:schemeClr val="bg1"/>
                </a:solidFill>
                <a:latin typeface="Cambria"/>
              </a:rPr>
              <a:t>Visual Overview &amp; Criteria Selection</a:t>
            </a:r>
            <a:endParaRPr lang="en-US">
              <a:solidFill>
                <a:schemeClr val="bg1"/>
              </a:solidFill>
              <a:ea typeface="Calibri"/>
              <a:cs typeface="Calibri"/>
            </a:endParaRPr>
          </a:p>
          <a:p>
            <a:endParaRPr lang="en-US" sz="1400">
              <a:solidFill>
                <a:schemeClr val="bg1"/>
              </a:solidFill>
              <a:latin typeface="Cambria"/>
            </a:endParaRPr>
          </a:p>
          <a:p>
            <a:r>
              <a:rPr lang="en-US" sz="1400">
                <a:solidFill>
                  <a:schemeClr val="bg1"/>
                </a:solidFill>
                <a:latin typeface="Cambria"/>
              </a:rPr>
              <a:t>Shijie Zhai</a:t>
            </a:r>
            <a:endParaRPr lang="en-US">
              <a:solidFill>
                <a:schemeClr val="bg1"/>
              </a:solidFill>
              <a:ea typeface="Calibri"/>
              <a:cs typeface="Calibri"/>
            </a:endParaRPr>
          </a:p>
          <a:p>
            <a:pPr marL="285750" indent="-285750">
              <a:buFont typeface="Arial"/>
              <a:buChar char="•"/>
            </a:pPr>
            <a:r>
              <a:rPr lang="en-US" sz="1400">
                <a:solidFill>
                  <a:schemeClr val="bg1"/>
                </a:solidFill>
                <a:latin typeface="Cambria"/>
              </a:rPr>
              <a:t>Model 1 &amp; Presentation Notebook</a:t>
            </a:r>
            <a:endParaRPr lang="en-US">
              <a:solidFill>
                <a:schemeClr val="bg1"/>
              </a:solidFill>
              <a:ea typeface="Calibri"/>
              <a:cs typeface="Calibri"/>
            </a:endParaRPr>
          </a:p>
          <a:p>
            <a:pPr marL="285750" indent="-285750">
              <a:buFont typeface="Arial"/>
              <a:buChar char="•"/>
            </a:pPr>
            <a:endParaRPr lang="en-US" sz="1400">
              <a:solidFill>
                <a:schemeClr val="bg1"/>
              </a:solidFill>
              <a:latin typeface="Cambria"/>
            </a:endParaRPr>
          </a:p>
          <a:p>
            <a:r>
              <a:rPr lang="en-US" sz="1400">
                <a:solidFill>
                  <a:schemeClr val="bg1"/>
                </a:solidFill>
                <a:latin typeface="Cambria"/>
              </a:rPr>
              <a:t>Matthew Koh</a:t>
            </a:r>
            <a:endParaRPr lang="en-US">
              <a:solidFill>
                <a:schemeClr val="bg1"/>
              </a:solidFill>
              <a:ea typeface="Calibri"/>
              <a:cs typeface="Calibri"/>
            </a:endParaRPr>
          </a:p>
          <a:p>
            <a:pPr marL="285750" indent="-285750">
              <a:buFont typeface="Arial"/>
              <a:buChar char="•"/>
            </a:pPr>
            <a:r>
              <a:rPr lang="en-US" sz="1400">
                <a:solidFill>
                  <a:schemeClr val="bg1"/>
                </a:solidFill>
                <a:latin typeface="Cambria"/>
              </a:rPr>
              <a:t>Model 2 &amp; Model refactoring</a:t>
            </a:r>
            <a:endParaRPr lang="en-US">
              <a:solidFill>
                <a:schemeClr val="bg1"/>
              </a:solidFill>
              <a:ea typeface="Calibri"/>
              <a:cs typeface="Calibri"/>
            </a:endParaRPr>
          </a:p>
          <a:p>
            <a:pPr marL="285750" indent="-285750">
              <a:buFont typeface="Arial"/>
              <a:buChar char="•"/>
            </a:pPr>
            <a:endParaRPr lang="en-US" sz="1400">
              <a:solidFill>
                <a:schemeClr val="bg1"/>
              </a:solidFill>
              <a:latin typeface="Cambria"/>
            </a:endParaRPr>
          </a:p>
          <a:p>
            <a:r>
              <a:rPr lang="en-US" sz="1400">
                <a:solidFill>
                  <a:schemeClr val="bg1"/>
                </a:solidFill>
                <a:latin typeface="Cambria"/>
              </a:rPr>
              <a:t>Robert Staniszewski III</a:t>
            </a:r>
            <a:endParaRPr lang="en-US">
              <a:solidFill>
                <a:schemeClr val="bg1"/>
              </a:solidFill>
              <a:ea typeface="Calibri"/>
              <a:cs typeface="Calibri"/>
            </a:endParaRPr>
          </a:p>
          <a:p>
            <a:pPr marL="285750" indent="-285750">
              <a:buFont typeface="Arial"/>
              <a:buChar char="•"/>
            </a:pPr>
            <a:r>
              <a:rPr lang="en-US" sz="1400">
                <a:solidFill>
                  <a:schemeClr val="bg1"/>
                </a:solidFill>
                <a:latin typeface="Cambria"/>
              </a:rPr>
              <a:t>Script &amp; Presentation</a:t>
            </a:r>
            <a:endParaRPr lang="en-US">
              <a:solidFill>
                <a:schemeClr val="bg1"/>
              </a:solidFill>
              <a:ea typeface="Calibri"/>
              <a:cs typeface="Calibri"/>
            </a:endParaRPr>
          </a:p>
          <a:p>
            <a:pPr marL="285750" indent="-285750">
              <a:buFont typeface="Arial"/>
              <a:buChar char="•"/>
            </a:pPr>
            <a:endParaRPr lang="en-US" sz="1400">
              <a:solidFill>
                <a:schemeClr val="bg1"/>
              </a:solidFill>
              <a:latin typeface="Cambria"/>
            </a:endParaRPr>
          </a:p>
          <a:p>
            <a:r>
              <a:rPr lang="en-US" sz="1400" err="1">
                <a:solidFill>
                  <a:schemeClr val="bg1"/>
                </a:solidFill>
                <a:latin typeface="Cambria"/>
              </a:rPr>
              <a:t>Preshitha</a:t>
            </a:r>
            <a:r>
              <a:rPr lang="en-US" sz="1400">
                <a:solidFill>
                  <a:schemeClr val="bg1"/>
                </a:solidFill>
                <a:latin typeface="Cambria"/>
              </a:rPr>
              <a:t> Sureshkumar &amp; Heaven Buckham</a:t>
            </a:r>
            <a:endParaRPr lang="en-US">
              <a:solidFill>
                <a:schemeClr val="bg1"/>
              </a:solidFill>
              <a:ea typeface="Calibri"/>
              <a:cs typeface="Calibri"/>
            </a:endParaRPr>
          </a:p>
          <a:p>
            <a:pPr marL="285750" indent="-285750">
              <a:buFont typeface="Arial"/>
              <a:buChar char="•"/>
            </a:pPr>
            <a:r>
              <a:rPr lang="en-US" sz="1400">
                <a:solidFill>
                  <a:schemeClr val="bg1"/>
                </a:solidFill>
                <a:latin typeface="Cambria"/>
              </a:rPr>
              <a:t>Slide Deck &amp; Presentation</a:t>
            </a:r>
            <a:endParaRPr lang="en-US">
              <a:solidFill>
                <a:schemeClr val="bg1"/>
              </a:solidFill>
              <a:ea typeface="Calibri"/>
              <a:cs typeface="Calibri"/>
            </a:endParaRPr>
          </a:p>
          <a:p>
            <a:endParaRPr lang="en-US" sz="4400">
              <a:solidFill>
                <a:schemeClr val="bg1"/>
              </a:solidFill>
              <a:latin typeface="Cambria"/>
              <a:ea typeface="Cambria"/>
            </a:endParaRPr>
          </a:p>
        </p:txBody>
      </p:sp>
    </p:spTree>
    <p:extLst>
      <p:ext uri="{BB962C8B-B14F-4D97-AF65-F5344CB8AC3E}">
        <p14:creationId xmlns:p14="http://schemas.microsoft.com/office/powerpoint/2010/main" val="208225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a:solidFill>
                  <a:srgbClr val="0A3D2E"/>
                </a:solidFill>
                <a:latin typeface="Cambria" pitchFamily="34" charset="0"/>
                <a:ea typeface="Cambria" pitchFamily="34" charset="-122"/>
                <a:cs typeface="Cambria" pitchFamily="34" charset="-120"/>
              </a:rPr>
              <a:t>The decision: is this player worth the price?</a:t>
            </a:r>
            <a:endParaRPr lang="en-US" sz="2800"/>
          </a:p>
        </p:txBody>
      </p:sp>
      <p:sp>
        <p:nvSpPr>
          <p:cNvPr id="3" name="Text 1"/>
          <p:cNvSpPr txBox="1"/>
          <p:nvPr/>
        </p:nvSpPr>
        <p:spPr>
          <a:xfrm>
            <a:off x="457200" y="804672"/>
            <a:ext cx="8229600" cy="274320"/>
          </a:xfrm>
          <a:prstGeom prst="rect">
            <a:avLst/>
          </a:prstGeom>
          <a:noFill/>
          <a:ln/>
        </p:spPr>
        <p:txBody>
          <a:bodyPr wrap="square" lIns="0" tIns="0" rIns="0" bIns="0" rtlCol="0" anchor="t"/>
          <a:lstStyle/>
          <a:p>
            <a:pPr marL="0" indent="0">
              <a:buNone/>
            </a:pPr>
            <a:r>
              <a:rPr lang="en-US" sz="1400" i="1">
                <a:solidFill>
                  <a:srgbClr val="1F7A4F"/>
                </a:solidFill>
                <a:latin typeface="Calibri" pitchFamily="34" charset="0"/>
                <a:ea typeface="Calibri" pitchFamily="34" charset="-122"/>
                <a:cs typeface="Calibri" pitchFamily="34" charset="-120"/>
              </a:rPr>
              <a:t>A club has a quoted fee. Where will the player's market value be in 6 to 12 months?</a:t>
            </a:r>
            <a:endParaRPr lang="en-US" sz="1400"/>
          </a:p>
        </p:txBody>
      </p:sp>
      <p:sp>
        <p:nvSpPr>
          <p:cNvPr id="12" name="Text 10"/>
          <p:cNvSpPr txBox="1"/>
          <p:nvPr/>
        </p:nvSpPr>
        <p:spPr>
          <a:xfrm>
            <a:off x="2331720" y="4727448"/>
            <a:ext cx="1188720" cy="164592"/>
          </a:xfrm>
          <a:prstGeom prst="rect">
            <a:avLst/>
          </a:prstGeom>
          <a:noFill/>
          <a:ln/>
        </p:spPr>
        <p:txBody>
          <a:bodyPr wrap="square" lIns="0" tIns="0" rIns="0" bIns="0" rtlCol="0" anchor="t"/>
          <a:lstStyle/>
          <a:p>
            <a:pPr marL="0" indent="0" algn="ctr">
              <a:buNone/>
            </a:pPr>
            <a:endParaRPr lang="en-US" sz="900"/>
          </a:p>
        </p:txBody>
      </p:sp>
      <p:sp>
        <p:nvSpPr>
          <p:cNvPr id="21" name="Shape 19"/>
          <p:cNvSpPr/>
          <p:nvPr/>
        </p:nvSpPr>
        <p:spPr>
          <a:xfrm>
            <a:off x="457200" y="1234440"/>
            <a:ext cx="2633472" cy="1234440"/>
          </a:xfrm>
          <a:prstGeom prst="roundRect">
            <a:avLst>
              <a:gd name="adj" fmla="val 5926"/>
            </a:avLst>
          </a:prstGeom>
          <a:solidFill>
            <a:srgbClr val="F2A900"/>
          </a:solidFill>
          <a:ln w="9525">
            <a:solidFill>
              <a:srgbClr val="F2A900"/>
            </a:solidFill>
            <a:prstDash val="solid"/>
          </a:ln>
        </p:spPr>
        <p:txBody>
          <a:bodyPr/>
          <a:lstStyle/>
          <a:p>
            <a:endParaRPr lang="en-US"/>
          </a:p>
        </p:txBody>
      </p:sp>
      <p:sp>
        <p:nvSpPr>
          <p:cNvPr id="22" name="Text 20"/>
          <p:cNvSpPr txBox="1"/>
          <p:nvPr/>
        </p:nvSpPr>
        <p:spPr>
          <a:xfrm>
            <a:off x="594360" y="1307592"/>
            <a:ext cx="2359152" cy="411480"/>
          </a:xfrm>
          <a:prstGeom prst="rect">
            <a:avLst/>
          </a:prstGeom>
          <a:noFill/>
          <a:ln/>
        </p:spPr>
        <p:txBody>
          <a:bodyPr wrap="square" lIns="0" tIns="0" rIns="0" bIns="0" rtlCol="0" anchor="t"/>
          <a:lstStyle/>
          <a:p>
            <a:pPr marL="0" indent="0">
              <a:buNone/>
            </a:pPr>
            <a:r>
              <a:rPr lang="en-US" sz="2400" b="1">
                <a:solidFill>
                  <a:srgbClr val="0A3D2E"/>
                </a:solidFill>
                <a:latin typeface="Cambria" pitchFamily="34" charset="0"/>
                <a:ea typeface="Cambria" pitchFamily="34" charset="-122"/>
                <a:cs typeface="Cambria" pitchFamily="34" charset="-120"/>
              </a:rPr>
              <a:t>BUY</a:t>
            </a:r>
            <a:endParaRPr lang="en-US" sz="2400"/>
          </a:p>
        </p:txBody>
      </p:sp>
      <p:sp>
        <p:nvSpPr>
          <p:cNvPr id="23" name="Text 21"/>
          <p:cNvSpPr txBox="1"/>
          <p:nvPr/>
        </p:nvSpPr>
        <p:spPr>
          <a:xfrm>
            <a:off x="594360" y="1783080"/>
            <a:ext cx="2359152" cy="640080"/>
          </a:xfrm>
          <a:prstGeom prst="rect">
            <a:avLst/>
          </a:prstGeom>
          <a:noFill/>
          <a:ln/>
        </p:spPr>
        <p:txBody>
          <a:bodyPr wrap="square" lIns="0" tIns="0" rIns="0" bIns="0" rtlCol="0" anchor="t"/>
          <a:lstStyle/>
          <a:p>
            <a:pPr marL="0" indent="0">
              <a:buNone/>
            </a:pPr>
            <a:r>
              <a:rPr lang="en-US" sz="1400">
                <a:solidFill>
                  <a:srgbClr val="0A3D2E"/>
                </a:solidFill>
                <a:latin typeface="Calibri" pitchFamily="34" charset="0"/>
                <a:ea typeface="Calibri" pitchFamily="34" charset="-122"/>
                <a:cs typeface="Calibri" pitchFamily="34" charset="-120"/>
              </a:rPr>
              <a:t>Is the quoted fee below the forecast value range?</a:t>
            </a:r>
            <a:endParaRPr lang="en-US" sz="1400"/>
          </a:p>
        </p:txBody>
      </p:sp>
      <p:sp>
        <p:nvSpPr>
          <p:cNvPr id="24" name="Shape 22"/>
          <p:cNvSpPr/>
          <p:nvPr/>
        </p:nvSpPr>
        <p:spPr>
          <a:xfrm>
            <a:off x="3255264" y="1234440"/>
            <a:ext cx="2633472" cy="1234440"/>
          </a:xfrm>
          <a:prstGeom prst="roundRect">
            <a:avLst>
              <a:gd name="adj" fmla="val 5926"/>
            </a:avLst>
          </a:prstGeom>
          <a:solidFill>
            <a:srgbClr val="1F7A4F"/>
          </a:solidFill>
          <a:ln w="9525">
            <a:solidFill>
              <a:srgbClr val="1F7A4F"/>
            </a:solidFill>
            <a:prstDash val="solid"/>
          </a:ln>
        </p:spPr>
        <p:txBody>
          <a:bodyPr/>
          <a:lstStyle/>
          <a:p>
            <a:endParaRPr lang="en-US"/>
          </a:p>
        </p:txBody>
      </p:sp>
      <p:sp>
        <p:nvSpPr>
          <p:cNvPr id="25" name="Text 23"/>
          <p:cNvSpPr txBox="1"/>
          <p:nvPr/>
        </p:nvSpPr>
        <p:spPr>
          <a:xfrm>
            <a:off x="3392424" y="1307592"/>
            <a:ext cx="2359152" cy="411480"/>
          </a:xfrm>
          <a:prstGeom prst="rect">
            <a:avLst/>
          </a:prstGeom>
          <a:noFill/>
          <a:ln/>
        </p:spPr>
        <p:txBody>
          <a:bodyPr wrap="square" lIns="0" tIns="0" rIns="0" bIns="0" rtlCol="0" anchor="t"/>
          <a:lstStyle/>
          <a:p>
            <a:pPr marL="0" indent="0">
              <a:buNone/>
            </a:pPr>
            <a:r>
              <a:rPr lang="en-US" sz="2400" b="1">
                <a:solidFill>
                  <a:srgbClr val="FFFFFF"/>
                </a:solidFill>
                <a:latin typeface="Cambria" pitchFamily="34" charset="0"/>
                <a:ea typeface="Cambria" pitchFamily="34" charset="-122"/>
                <a:cs typeface="Cambria" pitchFamily="34" charset="-120"/>
              </a:rPr>
              <a:t>HOLD / EXTEND</a:t>
            </a:r>
            <a:endParaRPr lang="en-US" sz="2400"/>
          </a:p>
        </p:txBody>
      </p:sp>
      <p:sp>
        <p:nvSpPr>
          <p:cNvPr id="26" name="Text 24"/>
          <p:cNvSpPr txBox="1"/>
          <p:nvPr/>
        </p:nvSpPr>
        <p:spPr>
          <a:xfrm>
            <a:off x="3392424" y="1783080"/>
            <a:ext cx="2359152" cy="640080"/>
          </a:xfrm>
          <a:prstGeom prst="rect">
            <a:avLst/>
          </a:prstGeom>
          <a:noFill/>
          <a:ln/>
        </p:spPr>
        <p:txBody>
          <a:bodyPr wrap="square" lIns="0" tIns="0" rIns="0" bIns="0" rtlCol="0" anchor="t"/>
          <a:lstStyle/>
          <a:p>
            <a:pPr marL="0" indent="0">
              <a:buNone/>
            </a:pPr>
            <a:r>
              <a:rPr lang="en-US" sz="1400">
                <a:solidFill>
                  <a:srgbClr val="FFFFFF"/>
                </a:solidFill>
                <a:latin typeface="Calibri" pitchFamily="34" charset="0"/>
                <a:ea typeface="Calibri" pitchFamily="34" charset="-122"/>
                <a:cs typeface="Calibri" pitchFamily="34" charset="-120"/>
              </a:rPr>
              <a:t>Is value expected to stay strong or rise?</a:t>
            </a:r>
            <a:endParaRPr lang="en-US" sz="1400"/>
          </a:p>
        </p:txBody>
      </p:sp>
      <p:sp>
        <p:nvSpPr>
          <p:cNvPr id="27" name="Shape 25"/>
          <p:cNvSpPr/>
          <p:nvPr/>
        </p:nvSpPr>
        <p:spPr>
          <a:xfrm>
            <a:off x="6053328" y="1234440"/>
            <a:ext cx="2633472" cy="1234440"/>
          </a:xfrm>
          <a:prstGeom prst="roundRect">
            <a:avLst>
              <a:gd name="adj" fmla="val 5926"/>
            </a:avLst>
          </a:prstGeom>
          <a:solidFill>
            <a:srgbClr val="C9553D"/>
          </a:solidFill>
          <a:ln w="9525">
            <a:solidFill>
              <a:srgbClr val="C9553D"/>
            </a:solidFill>
            <a:prstDash val="solid"/>
          </a:ln>
        </p:spPr>
        <p:txBody>
          <a:bodyPr/>
          <a:lstStyle/>
          <a:p>
            <a:endParaRPr lang="en-US"/>
          </a:p>
        </p:txBody>
      </p:sp>
      <p:sp>
        <p:nvSpPr>
          <p:cNvPr id="28" name="Text 26"/>
          <p:cNvSpPr txBox="1"/>
          <p:nvPr/>
        </p:nvSpPr>
        <p:spPr>
          <a:xfrm>
            <a:off x="6190488" y="1307592"/>
            <a:ext cx="2359152" cy="411480"/>
          </a:xfrm>
          <a:prstGeom prst="rect">
            <a:avLst/>
          </a:prstGeom>
          <a:noFill/>
          <a:ln/>
        </p:spPr>
        <p:txBody>
          <a:bodyPr wrap="square" lIns="0" tIns="0" rIns="0" bIns="0" rtlCol="0" anchor="t"/>
          <a:lstStyle/>
          <a:p>
            <a:pPr marL="0" indent="0">
              <a:buNone/>
            </a:pPr>
            <a:r>
              <a:rPr lang="en-US" sz="2400" b="1">
                <a:solidFill>
                  <a:srgbClr val="FFFFFF"/>
                </a:solidFill>
                <a:latin typeface="Cambria" pitchFamily="34" charset="0"/>
                <a:ea typeface="Cambria" pitchFamily="34" charset="-122"/>
                <a:cs typeface="Cambria" pitchFamily="34" charset="-120"/>
              </a:rPr>
              <a:t>SELL</a:t>
            </a:r>
            <a:endParaRPr lang="en-US" sz="2400"/>
          </a:p>
        </p:txBody>
      </p:sp>
      <p:sp>
        <p:nvSpPr>
          <p:cNvPr id="29" name="Text 27"/>
          <p:cNvSpPr txBox="1"/>
          <p:nvPr/>
        </p:nvSpPr>
        <p:spPr>
          <a:xfrm>
            <a:off x="6190488" y="1783080"/>
            <a:ext cx="2359152" cy="640080"/>
          </a:xfrm>
          <a:prstGeom prst="rect">
            <a:avLst/>
          </a:prstGeom>
          <a:noFill/>
          <a:ln/>
        </p:spPr>
        <p:txBody>
          <a:bodyPr wrap="square" lIns="0" tIns="0" rIns="0" bIns="0" rtlCol="0" anchor="t"/>
          <a:lstStyle/>
          <a:p>
            <a:pPr marL="0" indent="0">
              <a:buNone/>
            </a:pPr>
            <a:r>
              <a:rPr lang="en-US" sz="1400">
                <a:solidFill>
                  <a:srgbClr val="FFFFFF"/>
                </a:solidFill>
                <a:latin typeface="Calibri" pitchFamily="34" charset="0"/>
                <a:ea typeface="Calibri" pitchFamily="34" charset="-122"/>
                <a:cs typeface="Calibri" pitchFamily="34" charset="-120"/>
              </a:rPr>
              <a:t>Is value projected to decline?</a:t>
            </a:r>
            <a:endParaRPr lang="en-US" sz="1400"/>
          </a:p>
        </p:txBody>
      </p:sp>
      <p:sp>
        <p:nvSpPr>
          <p:cNvPr id="30" name="Shape 28"/>
          <p:cNvSpPr/>
          <p:nvPr/>
        </p:nvSpPr>
        <p:spPr>
          <a:xfrm>
            <a:off x="457200" y="2697480"/>
            <a:ext cx="2633472" cy="1828800"/>
          </a:xfrm>
          <a:prstGeom prst="roundRect">
            <a:avLst>
              <a:gd name="adj" fmla="val 4000"/>
            </a:avLst>
          </a:prstGeom>
          <a:solidFill>
            <a:srgbClr val="FFFFFF"/>
          </a:solidFill>
          <a:ln w="9525">
            <a:solidFill>
              <a:srgbClr val="D5E0DA"/>
            </a:solidFill>
            <a:prstDash val="solid"/>
          </a:ln>
        </p:spPr>
        <p:txBody>
          <a:bodyPr/>
          <a:lstStyle/>
          <a:p>
            <a:endParaRPr lang="en-US"/>
          </a:p>
        </p:txBody>
      </p:sp>
      <p:sp>
        <p:nvSpPr>
          <p:cNvPr id="31" name="Text 29"/>
          <p:cNvSpPr txBox="1"/>
          <p:nvPr/>
        </p:nvSpPr>
        <p:spPr>
          <a:xfrm>
            <a:off x="594360" y="2788920"/>
            <a:ext cx="2359152" cy="228600"/>
          </a:xfrm>
          <a:prstGeom prst="rect">
            <a:avLst/>
          </a:prstGeom>
          <a:noFill/>
          <a:ln/>
        </p:spPr>
        <p:txBody>
          <a:bodyPr wrap="square" lIns="0" tIns="0" rIns="0" bIns="0" rtlCol="0" anchor="t"/>
          <a:lstStyle/>
          <a:p>
            <a:pPr marL="0" indent="0">
              <a:buNone/>
            </a:pPr>
            <a:r>
              <a:rPr lang="en-US" sz="1100" b="1">
                <a:solidFill>
                  <a:srgbClr val="1F7A4F"/>
                </a:solidFill>
                <a:latin typeface="Calibri" pitchFamily="34" charset="0"/>
                <a:ea typeface="Calibri" pitchFamily="34" charset="-122"/>
                <a:cs typeface="Calibri" pitchFamily="34" charset="-120"/>
              </a:rPr>
              <a:t>OUR FORECASTING QUESTION</a:t>
            </a:r>
            <a:endParaRPr lang="en-US" sz="1100"/>
          </a:p>
        </p:txBody>
      </p:sp>
      <p:sp>
        <p:nvSpPr>
          <p:cNvPr id="32" name="Text 30"/>
          <p:cNvSpPr txBox="1"/>
          <p:nvPr/>
        </p:nvSpPr>
        <p:spPr>
          <a:xfrm>
            <a:off x="594360" y="3063240"/>
            <a:ext cx="2359152" cy="1371600"/>
          </a:xfrm>
          <a:prstGeom prst="rect">
            <a:avLst/>
          </a:prstGeom>
          <a:noFill/>
          <a:ln/>
        </p:spPr>
        <p:txBody>
          <a:bodyPr wrap="square" lIns="0" tIns="0" rIns="0" bIns="0" rtlCol="0" anchor="t"/>
          <a:lstStyle/>
          <a:p>
            <a:pPr marL="0" indent="0">
              <a:buNone/>
            </a:pPr>
            <a:r>
              <a:rPr lang="en-US" sz="1400">
                <a:solidFill>
                  <a:srgbClr val="1B2A24"/>
                </a:solidFill>
                <a:latin typeface="Calibri" pitchFamily="34" charset="0"/>
                <a:ea typeface="Calibri" pitchFamily="34" charset="-122"/>
                <a:cs typeface="Calibri" pitchFamily="34" charset="-120"/>
              </a:rPr>
              <a:t>Can historical market-value trends forecast a player's Transfermarkt value 6 to 12 months ahead?</a:t>
            </a:r>
            <a:endParaRPr lang="en-US" sz="1400"/>
          </a:p>
        </p:txBody>
      </p:sp>
      <p:sp>
        <p:nvSpPr>
          <p:cNvPr id="33" name="Shape 31"/>
          <p:cNvSpPr/>
          <p:nvPr/>
        </p:nvSpPr>
        <p:spPr>
          <a:xfrm>
            <a:off x="3255264" y="2697480"/>
            <a:ext cx="2633472" cy="1828800"/>
          </a:xfrm>
          <a:prstGeom prst="roundRect">
            <a:avLst>
              <a:gd name="adj" fmla="val 4000"/>
            </a:avLst>
          </a:prstGeom>
          <a:solidFill>
            <a:srgbClr val="FFFFFF"/>
          </a:solidFill>
          <a:ln w="9525">
            <a:solidFill>
              <a:srgbClr val="D5E0DA"/>
            </a:solidFill>
            <a:prstDash val="solid"/>
          </a:ln>
        </p:spPr>
        <p:txBody>
          <a:bodyPr/>
          <a:lstStyle/>
          <a:p>
            <a:endParaRPr lang="en-US"/>
          </a:p>
        </p:txBody>
      </p:sp>
      <p:sp>
        <p:nvSpPr>
          <p:cNvPr id="34" name="Text 32"/>
          <p:cNvSpPr txBox="1"/>
          <p:nvPr/>
        </p:nvSpPr>
        <p:spPr>
          <a:xfrm>
            <a:off x="3392424" y="2788920"/>
            <a:ext cx="2359152" cy="228600"/>
          </a:xfrm>
          <a:prstGeom prst="rect">
            <a:avLst/>
          </a:prstGeom>
          <a:noFill/>
          <a:ln/>
        </p:spPr>
        <p:txBody>
          <a:bodyPr wrap="square" lIns="0" tIns="0" rIns="0" bIns="0" rtlCol="0" anchor="t"/>
          <a:lstStyle/>
          <a:p>
            <a:pPr marL="0" indent="0">
              <a:buNone/>
            </a:pPr>
            <a:r>
              <a:rPr lang="en-US" sz="1100" b="1">
                <a:solidFill>
                  <a:srgbClr val="1F7A4F"/>
                </a:solidFill>
                <a:latin typeface="Calibri" pitchFamily="34" charset="0"/>
                <a:ea typeface="Calibri" pitchFamily="34" charset="-122"/>
                <a:cs typeface="Calibri" pitchFamily="34" charset="-120"/>
              </a:rPr>
              <a:t>INTENDED USERS</a:t>
            </a:r>
            <a:endParaRPr lang="en-US" sz="1100"/>
          </a:p>
        </p:txBody>
      </p:sp>
      <p:sp>
        <p:nvSpPr>
          <p:cNvPr id="35" name="Text 33"/>
          <p:cNvSpPr txBox="1"/>
          <p:nvPr/>
        </p:nvSpPr>
        <p:spPr>
          <a:xfrm>
            <a:off x="3392424" y="3063240"/>
            <a:ext cx="2359152" cy="1371600"/>
          </a:xfrm>
          <a:prstGeom prst="rect">
            <a:avLst/>
          </a:prstGeom>
          <a:noFill/>
          <a:ln/>
        </p:spPr>
        <p:txBody>
          <a:bodyPr wrap="square" lIns="0" tIns="0" rIns="0" bIns="0" rtlCol="0" anchor="t"/>
          <a:lstStyle/>
          <a:p>
            <a:pPr marL="0" indent="0">
              <a:buNone/>
            </a:pPr>
            <a:r>
              <a:rPr lang="en-US" sz="1400">
                <a:solidFill>
                  <a:srgbClr val="1B2A24"/>
                </a:solidFill>
                <a:latin typeface="Calibri" pitchFamily="34" charset="0"/>
                <a:ea typeface="Calibri" pitchFamily="34" charset="-122"/>
                <a:cs typeface="Calibri" pitchFamily="34" charset="-120"/>
              </a:rPr>
              <a:t>Sporting directors</a:t>
            </a:r>
            <a:endParaRPr lang="en-US" sz="1400"/>
          </a:p>
          <a:p>
            <a:pPr marL="0" indent="0">
              <a:buNone/>
            </a:pPr>
            <a:r>
              <a:rPr lang="en-US" sz="1400">
                <a:solidFill>
                  <a:srgbClr val="1B2A24"/>
                </a:solidFill>
                <a:latin typeface="Calibri" pitchFamily="34" charset="0"/>
                <a:ea typeface="Calibri" pitchFamily="34" charset="-122"/>
                <a:cs typeface="Calibri" pitchFamily="34" charset="-120"/>
              </a:rPr>
              <a:t>Technical / scouting directors</a:t>
            </a:r>
            <a:endParaRPr lang="en-US" sz="1400"/>
          </a:p>
          <a:p>
            <a:pPr marL="0" indent="0">
              <a:buNone/>
            </a:pPr>
            <a:r>
              <a:rPr lang="en-US" sz="1400">
                <a:solidFill>
                  <a:srgbClr val="1B2A24"/>
                </a:solidFill>
                <a:latin typeface="Calibri" pitchFamily="34" charset="0"/>
                <a:ea typeface="Calibri" pitchFamily="34" charset="-122"/>
                <a:cs typeface="Calibri" pitchFamily="34" charset="-120"/>
              </a:rPr>
              <a:t>Player agency and negotiation teams</a:t>
            </a:r>
            <a:endParaRPr lang="en-US" sz="1400"/>
          </a:p>
        </p:txBody>
      </p:sp>
      <p:sp>
        <p:nvSpPr>
          <p:cNvPr id="36" name="Shape 34"/>
          <p:cNvSpPr/>
          <p:nvPr/>
        </p:nvSpPr>
        <p:spPr>
          <a:xfrm>
            <a:off x="6053328" y="2697480"/>
            <a:ext cx="2633472" cy="1828800"/>
          </a:xfrm>
          <a:prstGeom prst="roundRect">
            <a:avLst>
              <a:gd name="adj" fmla="val 4000"/>
            </a:avLst>
          </a:prstGeom>
          <a:solidFill>
            <a:srgbClr val="FFFFFF"/>
          </a:solidFill>
          <a:ln w="9525">
            <a:solidFill>
              <a:srgbClr val="D5E0DA"/>
            </a:solidFill>
            <a:prstDash val="solid"/>
          </a:ln>
        </p:spPr>
        <p:txBody>
          <a:bodyPr/>
          <a:lstStyle/>
          <a:p>
            <a:endParaRPr lang="en-US"/>
          </a:p>
        </p:txBody>
      </p:sp>
      <p:sp>
        <p:nvSpPr>
          <p:cNvPr id="37" name="Text 35"/>
          <p:cNvSpPr txBox="1"/>
          <p:nvPr/>
        </p:nvSpPr>
        <p:spPr>
          <a:xfrm>
            <a:off x="6190488" y="2788920"/>
            <a:ext cx="2359152" cy="228600"/>
          </a:xfrm>
          <a:prstGeom prst="rect">
            <a:avLst/>
          </a:prstGeom>
          <a:noFill/>
          <a:ln/>
        </p:spPr>
        <p:txBody>
          <a:bodyPr wrap="square" lIns="0" tIns="0" rIns="0" bIns="0" rtlCol="0" anchor="t"/>
          <a:lstStyle/>
          <a:p>
            <a:pPr marL="0" indent="0">
              <a:buNone/>
            </a:pPr>
            <a:r>
              <a:rPr lang="en-US" sz="1100" b="1">
                <a:solidFill>
                  <a:srgbClr val="1F7A4F"/>
                </a:solidFill>
                <a:latin typeface="Calibri" pitchFamily="34" charset="0"/>
                <a:ea typeface="Calibri" pitchFamily="34" charset="-122"/>
                <a:cs typeface="Calibri" pitchFamily="34" charset="-120"/>
              </a:rPr>
              <a:t>TARGET AND HORIZON</a:t>
            </a:r>
            <a:endParaRPr lang="en-US" sz="1100"/>
          </a:p>
        </p:txBody>
      </p:sp>
      <p:sp>
        <p:nvSpPr>
          <p:cNvPr id="38" name="Text 36"/>
          <p:cNvSpPr txBox="1"/>
          <p:nvPr/>
        </p:nvSpPr>
        <p:spPr>
          <a:xfrm>
            <a:off x="6190488" y="3063240"/>
            <a:ext cx="2359152" cy="1371600"/>
          </a:xfrm>
          <a:prstGeom prst="rect">
            <a:avLst/>
          </a:prstGeom>
          <a:noFill/>
          <a:ln/>
        </p:spPr>
        <p:txBody>
          <a:bodyPr wrap="square" lIns="0" tIns="0" rIns="0" bIns="0" rtlCol="0" anchor="t"/>
          <a:lstStyle/>
          <a:p>
            <a:pPr marL="0" indent="0">
              <a:buNone/>
            </a:pPr>
            <a:r>
              <a:rPr lang="en-US" sz="1400" err="1">
                <a:solidFill>
                  <a:srgbClr val="1B2A24"/>
                </a:solidFill>
                <a:latin typeface="Calibri" pitchFamily="34" charset="0"/>
                <a:ea typeface="Calibri" pitchFamily="34" charset="-122"/>
                <a:cs typeface="Calibri" pitchFamily="34" charset="-120"/>
              </a:rPr>
              <a:t>Transfermarkt</a:t>
            </a:r>
            <a:r>
              <a:rPr lang="en-US" sz="1400">
                <a:solidFill>
                  <a:srgbClr val="1B2A24"/>
                </a:solidFill>
                <a:latin typeface="Calibri" pitchFamily="34" charset="0"/>
                <a:ea typeface="Calibri" pitchFamily="34" charset="-122"/>
                <a:cs typeface="Calibri" pitchFamily="34" charset="-120"/>
              </a:rPr>
              <a:t> market value (€M), quarterly</a:t>
            </a:r>
            <a:endParaRPr lang="en-US" sz="1400"/>
          </a:p>
          <a:p>
            <a:pPr marL="0" indent="0">
              <a:buNone/>
            </a:pPr>
            <a:r>
              <a:rPr lang="en-US" sz="1400">
                <a:solidFill>
                  <a:srgbClr val="1B2A24"/>
                </a:solidFill>
                <a:latin typeface="Calibri" pitchFamily="34" charset="0"/>
                <a:ea typeface="Calibri" pitchFamily="34" charset="-122"/>
                <a:cs typeface="Calibri" pitchFamily="34" charset="-120"/>
              </a:rPr>
              <a:t>2 quarters ≈ 6 months</a:t>
            </a:r>
            <a:endParaRPr lang="en-US" sz="1400"/>
          </a:p>
          <a:p>
            <a:pPr marL="0" indent="0">
              <a:buNone/>
            </a:pPr>
            <a:r>
              <a:rPr lang="en-US" sz="1400">
                <a:solidFill>
                  <a:srgbClr val="1B2A24"/>
                </a:solidFill>
                <a:latin typeface="Calibri" pitchFamily="34" charset="0"/>
                <a:ea typeface="Calibri" pitchFamily="34" charset="-122"/>
                <a:cs typeface="Calibri" pitchFamily="34" charset="-120"/>
              </a:rPr>
              <a:t>4 quarters ≈ 12 months</a:t>
            </a:r>
            <a:endParaRPr lang="en-US" sz="1400"/>
          </a:p>
        </p:txBody>
      </p:sp>
      <p:sp>
        <p:nvSpPr>
          <p:cNvPr id="6" name="Slide Number Placeholder 0">
            <a:extLst>
              <a:ext uri="{FF2B5EF4-FFF2-40B4-BE49-F238E27FC236}">
                <a16:creationId xmlns:a16="http://schemas.microsoft.com/office/drawing/2014/main" id="{4D076BA3-1B21-7324-00EC-ABA7B7262D14}"/>
              </a:ext>
            </a:extLst>
          </p:cNvPr>
          <p:cNvSpPr txBox="1">
            <a:spLocks/>
          </p:cNvSpPr>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000" kern="1200">
                <a:solidFill>
                  <a:srgbClr val="8A9A9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Where our data comes from</a:t>
            </a:r>
            <a:endParaRPr lang="en-US" sz="3400"/>
          </a:p>
        </p:txBody>
      </p:sp>
      <p:sp>
        <p:nvSpPr>
          <p:cNvPr id="4" name="Text 1"/>
          <p:cNvSpPr txBox="1"/>
          <p:nvPr/>
        </p:nvSpPr>
        <p:spPr>
          <a:xfrm>
            <a:off x="457200" y="1005840"/>
            <a:ext cx="8229600" cy="274320"/>
          </a:xfrm>
          <a:prstGeom prst="rect">
            <a:avLst/>
          </a:prstGeom>
          <a:noFill/>
          <a:ln/>
        </p:spPr>
        <p:txBody>
          <a:bodyPr wrap="square" lIns="0" tIns="0" rIns="0" bIns="0" rtlCol="0" anchor="t"/>
          <a:lstStyle/>
          <a:p>
            <a:pPr marL="0" indent="0">
              <a:buNone/>
            </a:pPr>
            <a:r>
              <a:rPr lang="en-US" sz="1500" i="1">
                <a:solidFill>
                  <a:schemeClr val="accent1"/>
                </a:solidFill>
              </a:rPr>
              <a:t>Predicting player market values for roster planning and transfer-window negotiations</a:t>
            </a:r>
            <a:endParaRPr lang="en-US" sz="1500"/>
          </a:p>
        </p:txBody>
      </p:sp>
      <p:sp>
        <p:nvSpPr>
          <p:cNvPr id="5" name="Text 2"/>
          <p:cNvSpPr txBox="1"/>
          <p:nvPr/>
        </p:nvSpPr>
        <p:spPr>
          <a:xfrm>
            <a:off x="457200" y="1371600"/>
            <a:ext cx="8229600" cy="228600"/>
          </a:xfrm>
          <a:prstGeom prst="rect">
            <a:avLst/>
          </a:prstGeom>
          <a:noFill/>
          <a:ln/>
        </p:spPr>
        <p:txBody>
          <a:bodyPr wrap="square" lIns="0" tIns="0" rIns="0" bIns="0" rtlCol="0" anchor="t"/>
          <a:lstStyle/>
          <a:p>
            <a:pPr marL="0" indent="0">
              <a:buNone/>
            </a:pPr>
            <a:r>
              <a:rPr lang="en-US" sz="1300" b="1">
                <a:solidFill>
                  <a:srgbClr val="14211C"/>
                </a:solidFill>
              </a:rPr>
              <a:t>Our data is a public Kaggle dataset from Transfermarkt: </a:t>
            </a:r>
            <a:r>
              <a:rPr lang="en-US" sz="1300">
                <a:solidFill>
                  <a:srgbClr val="14211C"/>
                </a:solidFill>
              </a:rPr>
              <a:t>508 players, 9,764 value updates, 2009 to 2026</a:t>
            </a:r>
            <a:endParaRPr lang="en-US" sz="1300"/>
          </a:p>
        </p:txBody>
      </p:sp>
      <p:sp>
        <p:nvSpPr>
          <p:cNvPr id="6" name="card-1. What each player was worth"/>
          <p:cNvSpPr/>
          <p:nvPr/>
        </p:nvSpPr>
        <p:spPr>
          <a:xfrm>
            <a:off x="457200" y="1691640"/>
            <a:ext cx="3657600" cy="2697480"/>
          </a:xfrm>
          <a:prstGeom prst="roundRect">
            <a:avLst>
              <a:gd name="adj" fmla="val 2712"/>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640080" y="1810512"/>
            <a:ext cx="3291840" cy="292608"/>
          </a:xfrm>
          <a:prstGeom prst="rect">
            <a:avLst/>
          </a:prstGeom>
          <a:noFill/>
          <a:ln/>
        </p:spPr>
        <p:txBody>
          <a:bodyPr wrap="square" lIns="0" tIns="0" rIns="0" bIns="0" rtlCol="0" anchor="t"/>
          <a:lstStyle/>
          <a:p>
            <a:pPr marL="0" indent="0">
              <a:buNone/>
            </a:pPr>
            <a:r>
              <a:rPr lang="en-US" sz="1800" b="1">
                <a:solidFill>
                  <a:schemeClr val="tx2"/>
                </a:solidFill>
              </a:rPr>
              <a:t>1. What each player was worth</a:t>
            </a:r>
            <a:endParaRPr lang="en-US" sz="1800"/>
          </a:p>
        </p:txBody>
      </p:sp>
      <p:sp>
        <p:nvSpPr>
          <p:cNvPr id="8" name="Text 5"/>
          <p:cNvSpPr txBox="1"/>
          <p:nvPr/>
        </p:nvSpPr>
        <p:spPr>
          <a:xfrm>
            <a:off x="640080" y="2194560"/>
            <a:ext cx="3291840" cy="457200"/>
          </a:xfrm>
          <a:prstGeom prst="rect">
            <a:avLst/>
          </a:prstGeom>
          <a:noFill/>
          <a:ln/>
        </p:spPr>
        <p:txBody>
          <a:bodyPr wrap="square" lIns="0" tIns="0" rIns="0" bIns="0" rtlCol="0" anchor="t"/>
          <a:lstStyle/>
          <a:p>
            <a:pPr marL="0" indent="0">
              <a:buNone/>
            </a:pPr>
            <a:r>
              <a:rPr lang="en-US" sz="1300" i="1">
                <a:solidFill>
                  <a:srgbClr val="14211C"/>
                </a:solidFill>
              </a:rPr>
              <a:t>Like a diary of price tags: a new line each time a value was updated.</a:t>
            </a:r>
            <a:endParaRPr lang="en-US" sz="1300"/>
          </a:p>
        </p:txBody>
      </p:sp>
      <p:sp>
        <p:nvSpPr>
          <p:cNvPr id="9" name="Text 6"/>
          <p:cNvSpPr txBox="1"/>
          <p:nvPr/>
        </p:nvSpPr>
        <p:spPr>
          <a:xfrm>
            <a:off x="640080" y="2743200"/>
            <a:ext cx="2286000" cy="182880"/>
          </a:xfrm>
          <a:prstGeom prst="rect">
            <a:avLst/>
          </a:prstGeom>
          <a:noFill/>
          <a:ln/>
        </p:spPr>
        <p:txBody>
          <a:bodyPr wrap="square" lIns="0" tIns="0" rIns="0" bIns="0" rtlCol="0" anchor="t"/>
          <a:lstStyle/>
          <a:p>
            <a:pPr marL="0" indent="0">
              <a:buNone/>
            </a:pPr>
            <a:r>
              <a:rPr lang="en-US" sz="1100">
                <a:solidFill>
                  <a:srgbClr val="8A9A94"/>
                </a:solidFill>
              </a:rPr>
              <a:t>What's in each row</a:t>
            </a:r>
            <a:endParaRPr lang="en-US" sz="1100"/>
          </a:p>
        </p:txBody>
      </p:sp>
      <p:sp>
        <p:nvSpPr>
          <p:cNvPr id="10" name="Shape 7"/>
          <p:cNvSpPr/>
          <p:nvPr/>
        </p:nvSpPr>
        <p:spPr>
          <a:xfrm>
            <a:off x="640080" y="2971800"/>
            <a:ext cx="857707"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11" name="Text 8"/>
          <p:cNvSpPr txBox="1"/>
          <p:nvPr/>
        </p:nvSpPr>
        <p:spPr>
          <a:xfrm>
            <a:off x="640080" y="2971800"/>
            <a:ext cx="857707" cy="274320"/>
          </a:xfrm>
          <a:prstGeom prst="rect">
            <a:avLst/>
          </a:prstGeom>
          <a:noFill/>
          <a:ln/>
        </p:spPr>
        <p:txBody>
          <a:bodyPr wrap="square" lIns="0" tIns="0" rIns="0" bIns="0" rtlCol="0" anchor="ctr"/>
          <a:lstStyle/>
          <a:p>
            <a:pPr marL="0" indent="0" algn="ctr">
              <a:buNone/>
            </a:pPr>
            <a:r>
              <a:rPr lang="en-US" sz="1100">
                <a:solidFill>
                  <a:schemeClr val="tx1"/>
                </a:solidFill>
              </a:rPr>
              <a:t>Player ID</a:t>
            </a:r>
            <a:endParaRPr lang="en-US" sz="1100"/>
          </a:p>
        </p:txBody>
      </p:sp>
      <p:sp>
        <p:nvSpPr>
          <p:cNvPr id="12" name="Shape 9"/>
          <p:cNvSpPr/>
          <p:nvPr/>
        </p:nvSpPr>
        <p:spPr>
          <a:xfrm>
            <a:off x="1589227" y="2971800"/>
            <a:ext cx="482803"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13" name="Text 10"/>
          <p:cNvSpPr txBox="1"/>
          <p:nvPr/>
        </p:nvSpPr>
        <p:spPr>
          <a:xfrm>
            <a:off x="1589227" y="2971800"/>
            <a:ext cx="482803" cy="274320"/>
          </a:xfrm>
          <a:prstGeom prst="rect">
            <a:avLst/>
          </a:prstGeom>
          <a:noFill/>
          <a:ln/>
        </p:spPr>
        <p:txBody>
          <a:bodyPr wrap="square" lIns="0" tIns="0" rIns="0" bIns="0" rtlCol="0" anchor="ctr"/>
          <a:lstStyle/>
          <a:p>
            <a:pPr marL="0" indent="0" algn="ctr">
              <a:buNone/>
            </a:pPr>
            <a:r>
              <a:rPr lang="en-US" sz="1100">
                <a:solidFill>
                  <a:schemeClr val="tx1"/>
                </a:solidFill>
              </a:rPr>
              <a:t>Date</a:t>
            </a:r>
            <a:endParaRPr lang="en-US" sz="1100"/>
          </a:p>
        </p:txBody>
      </p:sp>
      <p:sp>
        <p:nvSpPr>
          <p:cNvPr id="14" name="Shape 11"/>
          <p:cNvSpPr/>
          <p:nvPr/>
        </p:nvSpPr>
        <p:spPr>
          <a:xfrm>
            <a:off x="2163470" y="2971800"/>
            <a:ext cx="1382573" cy="274320"/>
          </a:xfrm>
          <a:prstGeom prst="roundRect">
            <a:avLst>
              <a:gd name="adj" fmla="val 20000"/>
            </a:avLst>
          </a:prstGeom>
          <a:solidFill>
            <a:schemeClr val="accent2"/>
          </a:solidFill>
          <a:ln w="9525">
            <a:solidFill>
              <a:schemeClr val="accent2"/>
            </a:solidFill>
            <a:prstDash val="solid"/>
          </a:ln>
        </p:spPr>
        <p:txBody>
          <a:bodyPr/>
          <a:lstStyle/>
          <a:p>
            <a:endParaRPr lang="en-US"/>
          </a:p>
        </p:txBody>
      </p:sp>
      <p:sp>
        <p:nvSpPr>
          <p:cNvPr id="15" name="Text 12"/>
          <p:cNvSpPr txBox="1"/>
          <p:nvPr/>
        </p:nvSpPr>
        <p:spPr>
          <a:xfrm>
            <a:off x="2163470" y="2971800"/>
            <a:ext cx="1382573" cy="274320"/>
          </a:xfrm>
          <a:prstGeom prst="rect">
            <a:avLst/>
          </a:prstGeom>
          <a:noFill/>
          <a:ln/>
        </p:spPr>
        <p:txBody>
          <a:bodyPr wrap="square" lIns="0" tIns="0" rIns="0" bIns="0" rtlCol="0" anchor="ctr"/>
          <a:lstStyle/>
          <a:p>
            <a:pPr marL="0" indent="0" algn="ctr">
              <a:buNone/>
            </a:pPr>
            <a:r>
              <a:rPr lang="en-US" sz="1100" b="1">
                <a:solidFill>
                  <a:schemeClr val="tx1"/>
                </a:solidFill>
              </a:rPr>
              <a:t>Market value (€)</a:t>
            </a:r>
            <a:endParaRPr lang="en-US" sz="1100"/>
          </a:p>
        </p:txBody>
      </p:sp>
      <p:sp>
        <p:nvSpPr>
          <p:cNvPr id="16" name="Shape 13"/>
          <p:cNvSpPr/>
          <p:nvPr/>
        </p:nvSpPr>
        <p:spPr>
          <a:xfrm>
            <a:off x="640080" y="3319272"/>
            <a:ext cx="1307592"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17" name="Text 14"/>
          <p:cNvSpPr txBox="1"/>
          <p:nvPr/>
        </p:nvSpPr>
        <p:spPr>
          <a:xfrm>
            <a:off x="640080" y="3319272"/>
            <a:ext cx="1307592" cy="274320"/>
          </a:xfrm>
          <a:prstGeom prst="rect">
            <a:avLst/>
          </a:prstGeom>
          <a:noFill/>
          <a:ln/>
        </p:spPr>
        <p:txBody>
          <a:bodyPr wrap="square" lIns="0" tIns="0" rIns="0" bIns="0" rtlCol="0" anchor="ctr"/>
          <a:lstStyle/>
          <a:p>
            <a:pPr marL="0" indent="0" algn="ctr">
              <a:buNone/>
            </a:pPr>
            <a:r>
              <a:rPr lang="en-US" sz="1100">
                <a:solidFill>
                  <a:schemeClr val="tx1"/>
                </a:solidFill>
              </a:rPr>
              <a:t>Age at the time</a:t>
            </a:r>
            <a:endParaRPr lang="en-US" sz="1100"/>
          </a:p>
        </p:txBody>
      </p:sp>
      <p:sp>
        <p:nvSpPr>
          <p:cNvPr id="18" name="Shape 15"/>
          <p:cNvSpPr/>
          <p:nvPr/>
        </p:nvSpPr>
        <p:spPr>
          <a:xfrm>
            <a:off x="640080" y="3703320"/>
            <a:ext cx="3291840" cy="548640"/>
          </a:xfrm>
          <a:prstGeom prst="roundRect">
            <a:avLst>
              <a:gd name="adj" fmla="val 10000"/>
            </a:avLst>
          </a:prstGeom>
          <a:solidFill>
            <a:schemeClr val="tx2"/>
          </a:solidFill>
          <a:ln w="12700">
            <a:solidFill>
              <a:schemeClr val="tx2"/>
            </a:solidFill>
            <a:prstDash val="solid"/>
          </a:ln>
        </p:spPr>
        <p:txBody>
          <a:bodyPr/>
          <a:lstStyle/>
          <a:p>
            <a:endParaRPr lang="en-US"/>
          </a:p>
        </p:txBody>
      </p:sp>
      <p:sp>
        <p:nvSpPr>
          <p:cNvPr id="19" name="Text 16"/>
          <p:cNvSpPr txBox="1"/>
          <p:nvPr/>
        </p:nvSpPr>
        <p:spPr>
          <a:xfrm>
            <a:off x="777240" y="3703320"/>
            <a:ext cx="3017520" cy="548640"/>
          </a:xfrm>
          <a:prstGeom prst="rect">
            <a:avLst/>
          </a:prstGeom>
          <a:noFill/>
          <a:ln/>
        </p:spPr>
        <p:txBody>
          <a:bodyPr wrap="square" lIns="0" tIns="0" rIns="0" bIns="0" rtlCol="0" anchor="ctr"/>
          <a:lstStyle/>
          <a:p>
            <a:pPr marL="0" indent="0">
              <a:buNone/>
            </a:pPr>
            <a:r>
              <a:rPr lang="en-US" sz="1300" b="1">
                <a:solidFill>
                  <a:schemeClr val="bg1"/>
                </a:solidFill>
              </a:rPr>
              <a:t>Each row represents one valuation of one player on one date.</a:t>
            </a:r>
            <a:endParaRPr lang="en-US" sz="1300"/>
          </a:p>
        </p:txBody>
      </p:sp>
      <p:sp>
        <p:nvSpPr>
          <p:cNvPr id="20" name="card-2. Who each player is"/>
          <p:cNvSpPr/>
          <p:nvPr/>
        </p:nvSpPr>
        <p:spPr>
          <a:xfrm>
            <a:off x="5029200" y="1691640"/>
            <a:ext cx="3657600" cy="2697480"/>
          </a:xfrm>
          <a:prstGeom prst="roundRect">
            <a:avLst>
              <a:gd name="adj" fmla="val 2712"/>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8"/>
          <p:cNvSpPr txBox="1"/>
          <p:nvPr/>
        </p:nvSpPr>
        <p:spPr>
          <a:xfrm>
            <a:off x="5212080" y="1810512"/>
            <a:ext cx="3291840" cy="292608"/>
          </a:xfrm>
          <a:prstGeom prst="rect">
            <a:avLst/>
          </a:prstGeom>
          <a:noFill/>
          <a:ln/>
        </p:spPr>
        <p:txBody>
          <a:bodyPr wrap="square" lIns="0" tIns="0" rIns="0" bIns="0" rtlCol="0" anchor="t"/>
          <a:lstStyle/>
          <a:p>
            <a:pPr marL="0" indent="0">
              <a:buNone/>
            </a:pPr>
            <a:r>
              <a:rPr lang="en-US" sz="1800" b="1">
                <a:solidFill>
                  <a:schemeClr val="tx2"/>
                </a:solidFill>
              </a:rPr>
              <a:t>2. Who each player is</a:t>
            </a:r>
            <a:endParaRPr lang="en-US" sz="1800"/>
          </a:p>
        </p:txBody>
      </p:sp>
      <p:sp>
        <p:nvSpPr>
          <p:cNvPr id="22" name="Text 19"/>
          <p:cNvSpPr txBox="1"/>
          <p:nvPr/>
        </p:nvSpPr>
        <p:spPr>
          <a:xfrm>
            <a:off x="5212080" y="2194560"/>
            <a:ext cx="3291840" cy="457200"/>
          </a:xfrm>
          <a:prstGeom prst="rect">
            <a:avLst/>
          </a:prstGeom>
          <a:noFill/>
          <a:ln/>
        </p:spPr>
        <p:txBody>
          <a:bodyPr wrap="square" lIns="0" tIns="0" rIns="0" bIns="0" rtlCol="0" anchor="t"/>
          <a:lstStyle/>
          <a:p>
            <a:pPr marL="0" indent="0">
              <a:buNone/>
            </a:pPr>
            <a:r>
              <a:rPr lang="en-US" sz="1300" i="1">
                <a:solidFill>
                  <a:srgbClr val="14211C"/>
                </a:solidFill>
              </a:rPr>
              <a:t>Like a player card: who they are, where they play and for which club.</a:t>
            </a:r>
            <a:endParaRPr lang="en-US" sz="1300"/>
          </a:p>
        </p:txBody>
      </p:sp>
      <p:sp>
        <p:nvSpPr>
          <p:cNvPr id="23" name="Text 20"/>
          <p:cNvSpPr txBox="1"/>
          <p:nvPr/>
        </p:nvSpPr>
        <p:spPr>
          <a:xfrm>
            <a:off x="5212080" y="2743200"/>
            <a:ext cx="2286000" cy="182880"/>
          </a:xfrm>
          <a:prstGeom prst="rect">
            <a:avLst/>
          </a:prstGeom>
          <a:noFill/>
          <a:ln/>
        </p:spPr>
        <p:txBody>
          <a:bodyPr wrap="square" lIns="0" tIns="0" rIns="0" bIns="0" rtlCol="0" anchor="t"/>
          <a:lstStyle/>
          <a:p>
            <a:pPr marL="0" indent="0">
              <a:buNone/>
            </a:pPr>
            <a:r>
              <a:rPr lang="en-US" sz="1100">
                <a:solidFill>
                  <a:srgbClr val="8A9A94"/>
                </a:solidFill>
              </a:rPr>
              <a:t>What's in each row</a:t>
            </a:r>
            <a:endParaRPr lang="en-US" sz="1100"/>
          </a:p>
        </p:txBody>
      </p:sp>
      <p:sp>
        <p:nvSpPr>
          <p:cNvPr id="24" name="Shape 21"/>
          <p:cNvSpPr/>
          <p:nvPr/>
        </p:nvSpPr>
        <p:spPr>
          <a:xfrm>
            <a:off x="5212080" y="2971800"/>
            <a:ext cx="857707"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25" name="Text 22"/>
          <p:cNvSpPr txBox="1"/>
          <p:nvPr/>
        </p:nvSpPr>
        <p:spPr>
          <a:xfrm>
            <a:off x="5212080" y="2971800"/>
            <a:ext cx="857707" cy="274320"/>
          </a:xfrm>
          <a:prstGeom prst="rect">
            <a:avLst/>
          </a:prstGeom>
          <a:noFill/>
          <a:ln/>
        </p:spPr>
        <p:txBody>
          <a:bodyPr wrap="square" lIns="0" tIns="0" rIns="0" bIns="0" rtlCol="0" anchor="ctr"/>
          <a:lstStyle/>
          <a:p>
            <a:pPr marL="0" indent="0" algn="ctr">
              <a:buNone/>
            </a:pPr>
            <a:r>
              <a:rPr lang="en-US" sz="1100">
                <a:solidFill>
                  <a:schemeClr val="tx1"/>
                </a:solidFill>
              </a:rPr>
              <a:t>Player ID</a:t>
            </a:r>
            <a:endParaRPr lang="en-US" sz="1100"/>
          </a:p>
        </p:txBody>
      </p:sp>
      <p:sp>
        <p:nvSpPr>
          <p:cNvPr id="26" name="Shape 23"/>
          <p:cNvSpPr/>
          <p:nvPr/>
        </p:nvSpPr>
        <p:spPr>
          <a:xfrm>
            <a:off x="6161227" y="2971800"/>
            <a:ext cx="482803"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27" name="Text 24"/>
          <p:cNvSpPr txBox="1"/>
          <p:nvPr/>
        </p:nvSpPr>
        <p:spPr>
          <a:xfrm>
            <a:off x="6161227" y="2971800"/>
            <a:ext cx="482803" cy="274320"/>
          </a:xfrm>
          <a:prstGeom prst="rect">
            <a:avLst/>
          </a:prstGeom>
          <a:noFill/>
          <a:ln/>
        </p:spPr>
        <p:txBody>
          <a:bodyPr wrap="square" lIns="0" tIns="0" rIns="0" bIns="0" rtlCol="0" anchor="ctr"/>
          <a:lstStyle/>
          <a:p>
            <a:pPr marL="0" indent="0" algn="ctr">
              <a:buNone/>
            </a:pPr>
            <a:r>
              <a:rPr lang="en-US" sz="1100">
                <a:solidFill>
                  <a:schemeClr val="tx1"/>
                </a:solidFill>
              </a:rPr>
              <a:t>Name</a:t>
            </a:r>
            <a:endParaRPr lang="en-US" sz="1100"/>
          </a:p>
        </p:txBody>
      </p:sp>
      <p:sp>
        <p:nvSpPr>
          <p:cNvPr id="28" name="Shape 25"/>
          <p:cNvSpPr/>
          <p:nvPr/>
        </p:nvSpPr>
        <p:spPr>
          <a:xfrm>
            <a:off x="6735470" y="2971800"/>
            <a:ext cx="632765"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29" name="Text 26"/>
          <p:cNvSpPr txBox="1"/>
          <p:nvPr/>
        </p:nvSpPr>
        <p:spPr>
          <a:xfrm>
            <a:off x="6735470" y="2971800"/>
            <a:ext cx="632765" cy="274320"/>
          </a:xfrm>
          <a:prstGeom prst="rect">
            <a:avLst/>
          </a:prstGeom>
          <a:noFill/>
          <a:ln/>
        </p:spPr>
        <p:txBody>
          <a:bodyPr wrap="square" lIns="0" tIns="0" rIns="0" bIns="0" rtlCol="0" anchor="ctr"/>
          <a:lstStyle/>
          <a:p>
            <a:pPr marL="0" indent="0" algn="ctr">
              <a:buNone/>
            </a:pPr>
            <a:r>
              <a:rPr lang="en-US" sz="1100">
                <a:solidFill>
                  <a:schemeClr val="tx1"/>
                </a:solidFill>
              </a:rPr>
              <a:t>League</a:t>
            </a:r>
            <a:endParaRPr lang="en-US" sz="1100"/>
          </a:p>
        </p:txBody>
      </p:sp>
      <p:sp>
        <p:nvSpPr>
          <p:cNvPr id="30" name="Shape 27"/>
          <p:cNvSpPr/>
          <p:nvPr/>
        </p:nvSpPr>
        <p:spPr>
          <a:xfrm>
            <a:off x="7459675" y="2971800"/>
            <a:ext cx="782726"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31" name="Text 28"/>
          <p:cNvSpPr txBox="1"/>
          <p:nvPr/>
        </p:nvSpPr>
        <p:spPr>
          <a:xfrm>
            <a:off x="7459675" y="2971800"/>
            <a:ext cx="782726" cy="274320"/>
          </a:xfrm>
          <a:prstGeom prst="rect">
            <a:avLst/>
          </a:prstGeom>
          <a:noFill/>
          <a:ln/>
        </p:spPr>
        <p:txBody>
          <a:bodyPr wrap="square" lIns="0" tIns="0" rIns="0" bIns="0" rtlCol="0" anchor="ctr"/>
          <a:lstStyle/>
          <a:p>
            <a:pPr marL="0" indent="0" algn="ctr">
              <a:buNone/>
            </a:pPr>
            <a:r>
              <a:rPr lang="en-US" sz="1100">
                <a:solidFill>
                  <a:schemeClr val="tx1"/>
                </a:solidFill>
              </a:rPr>
              <a:t>Position</a:t>
            </a:r>
            <a:endParaRPr lang="en-US" sz="1100"/>
          </a:p>
        </p:txBody>
      </p:sp>
      <p:sp>
        <p:nvSpPr>
          <p:cNvPr id="32" name="Shape 29"/>
          <p:cNvSpPr/>
          <p:nvPr/>
        </p:nvSpPr>
        <p:spPr>
          <a:xfrm>
            <a:off x="5212080" y="3319272"/>
            <a:ext cx="1082650" cy="274320"/>
          </a:xfrm>
          <a:prstGeom prst="roundRect">
            <a:avLst>
              <a:gd name="adj" fmla="val 20000"/>
            </a:avLst>
          </a:prstGeom>
          <a:solidFill>
            <a:schemeClr val="accent6">
              <a:alpha val="50000"/>
            </a:schemeClr>
          </a:solidFill>
          <a:ln w="9525">
            <a:solidFill>
              <a:schemeClr val="accent6"/>
            </a:solidFill>
            <a:prstDash val="solid"/>
          </a:ln>
        </p:spPr>
        <p:txBody>
          <a:bodyPr/>
          <a:lstStyle/>
          <a:p>
            <a:endParaRPr lang="en-US"/>
          </a:p>
        </p:txBody>
      </p:sp>
      <p:sp>
        <p:nvSpPr>
          <p:cNvPr id="33" name="Text 30"/>
          <p:cNvSpPr txBox="1"/>
          <p:nvPr/>
        </p:nvSpPr>
        <p:spPr>
          <a:xfrm>
            <a:off x="5212080" y="3319272"/>
            <a:ext cx="1082650" cy="274320"/>
          </a:xfrm>
          <a:prstGeom prst="rect">
            <a:avLst/>
          </a:prstGeom>
          <a:noFill/>
          <a:ln/>
        </p:spPr>
        <p:txBody>
          <a:bodyPr wrap="square" lIns="0" tIns="0" rIns="0" bIns="0" rtlCol="0" anchor="ctr"/>
          <a:lstStyle/>
          <a:p>
            <a:pPr marL="0" indent="0" algn="ctr">
              <a:buNone/>
            </a:pPr>
            <a:r>
              <a:rPr lang="en-US" sz="1100">
                <a:solidFill>
                  <a:schemeClr val="tx1"/>
                </a:solidFill>
              </a:rPr>
              <a:t>Current club</a:t>
            </a:r>
            <a:endParaRPr lang="en-US" sz="1100"/>
          </a:p>
        </p:txBody>
      </p:sp>
      <p:sp>
        <p:nvSpPr>
          <p:cNvPr id="34" name="Shape 31"/>
          <p:cNvSpPr/>
          <p:nvPr/>
        </p:nvSpPr>
        <p:spPr>
          <a:xfrm>
            <a:off x="5212080" y="3703320"/>
            <a:ext cx="3291840" cy="548640"/>
          </a:xfrm>
          <a:prstGeom prst="roundRect">
            <a:avLst>
              <a:gd name="adj" fmla="val 10000"/>
            </a:avLst>
          </a:prstGeom>
          <a:solidFill>
            <a:schemeClr val="tx2"/>
          </a:solidFill>
          <a:ln w="12700">
            <a:solidFill>
              <a:schemeClr val="tx2"/>
            </a:solidFill>
            <a:prstDash val="solid"/>
          </a:ln>
        </p:spPr>
        <p:txBody>
          <a:bodyPr/>
          <a:lstStyle/>
          <a:p>
            <a:endParaRPr lang="en-US"/>
          </a:p>
        </p:txBody>
      </p:sp>
      <p:sp>
        <p:nvSpPr>
          <p:cNvPr id="35" name="Text 32"/>
          <p:cNvSpPr txBox="1"/>
          <p:nvPr/>
        </p:nvSpPr>
        <p:spPr>
          <a:xfrm>
            <a:off x="5349240" y="3703320"/>
            <a:ext cx="3017520" cy="548640"/>
          </a:xfrm>
          <a:prstGeom prst="rect">
            <a:avLst/>
          </a:prstGeom>
          <a:noFill/>
          <a:ln/>
        </p:spPr>
        <p:txBody>
          <a:bodyPr wrap="square" lIns="0" tIns="0" rIns="0" bIns="0" rtlCol="0" anchor="ctr"/>
          <a:lstStyle/>
          <a:p>
            <a:pPr marL="0" indent="0">
              <a:buNone/>
            </a:pPr>
            <a:r>
              <a:rPr lang="en-US" sz="1300" b="1">
                <a:solidFill>
                  <a:schemeClr val="bg1"/>
                </a:solidFill>
              </a:rPr>
              <a:t>Each row represents one player: their name, league and club.</a:t>
            </a:r>
            <a:endParaRPr lang="en-US" sz="130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4</a:t>
            </a:fld>
            <a:endParaRPr lang="en-US"/>
          </a:p>
        </p:txBody>
      </p:sp>
      <p:sp>
        <p:nvSpPr>
          <p:cNvPr id="36" name="Text 34">
            <a:extLst>
              <a:ext uri="{FF2B5EF4-FFF2-40B4-BE49-F238E27FC236}">
                <a16:creationId xmlns:a16="http://schemas.microsoft.com/office/drawing/2014/main" id="{677C7B3E-C880-6FEC-F5BB-4AE3E4F20458}"/>
              </a:ext>
            </a:extLst>
          </p:cNvPr>
          <p:cNvSpPr txBox="1"/>
          <p:nvPr/>
        </p:nvSpPr>
        <p:spPr>
          <a:xfrm>
            <a:off x="640080" y="4498848"/>
            <a:ext cx="7315200" cy="329184"/>
          </a:xfrm>
          <a:prstGeom prst="rect">
            <a:avLst/>
          </a:prstGeom>
          <a:noFill/>
          <a:ln/>
        </p:spPr>
        <p:txBody>
          <a:bodyPr wrap="square" lIns="0" tIns="0" rIns="0" bIns="0" rtlCol="0" anchor="ctr"/>
          <a:lstStyle/>
          <a:p>
            <a:pPr marL="0" indent="0">
              <a:buNone/>
            </a:pPr>
            <a:r>
              <a:rPr lang="en-US" sz="1300" b="1">
                <a:solidFill>
                  <a:schemeClr val="tx1"/>
                </a:solidFill>
              </a:rPr>
              <a:t>Target = Transfermarkt market value, </a:t>
            </a:r>
            <a:r>
              <a:rPr lang="en-US" sz="1300">
                <a:solidFill>
                  <a:schemeClr val="tx1"/>
                </a:solidFill>
              </a:rPr>
              <a:t>not the fee a club actually pays.</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Selection criteria</a:t>
            </a:r>
            <a:endParaRPr lang="en-US" sz="3400"/>
          </a:p>
        </p:txBody>
      </p:sp>
      <p:sp>
        <p:nvSpPr>
          <p:cNvPr id="4" name="Text 1"/>
          <p:cNvSpPr txBox="1"/>
          <p:nvPr/>
        </p:nvSpPr>
        <p:spPr>
          <a:xfrm>
            <a:off x="457200" y="1097280"/>
            <a:ext cx="8229600" cy="365760"/>
          </a:xfrm>
          <a:prstGeom prst="rect">
            <a:avLst/>
          </a:prstGeom>
          <a:noFill/>
          <a:ln/>
        </p:spPr>
        <p:txBody>
          <a:bodyPr wrap="square" lIns="0" tIns="0" rIns="0" bIns="0" rtlCol="0" anchor="t"/>
          <a:lstStyle/>
          <a:p>
            <a:pPr marL="0" indent="0">
              <a:buNone/>
            </a:pPr>
            <a:r>
              <a:rPr lang="en-US" sz="1400">
                <a:solidFill>
                  <a:srgbClr val="14211C"/>
                </a:solidFill>
              </a:rPr>
              <a:t>We measured how complete each player's history is, then kept only players who passed four checks.</a:t>
            </a:r>
            <a:endParaRPr lang="en-US" sz="1400"/>
          </a:p>
        </p:txBody>
      </p:sp>
      <p:sp>
        <p:nvSpPr>
          <p:cNvPr id="5" name="check-card-0"/>
          <p:cNvSpPr/>
          <p:nvPr/>
        </p:nvSpPr>
        <p:spPr>
          <a:xfrm>
            <a:off x="457200" y="1737360"/>
            <a:ext cx="4297680" cy="566928"/>
          </a:xfrm>
          <a:prstGeom prst="roundRect">
            <a:avLst>
              <a:gd name="adj" fmla="val 1290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6" name="check-badge-0"/>
          <p:cNvSpPr/>
          <p:nvPr/>
        </p:nvSpPr>
        <p:spPr>
          <a:xfrm>
            <a:off x="594360" y="1837944"/>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7" name="Image 0" descr="check"/>
          <p:cNvPicPr>
            <a:picLocks noChangeAspect="1"/>
          </p:cNvPicPr>
          <p:nvPr/>
        </p:nvPicPr>
        <p:blipFill>
          <a:blip r:embed="rId3"/>
          <a:stretch>
            <a:fillRect/>
          </a:stretch>
        </p:blipFill>
        <p:spPr>
          <a:xfrm>
            <a:off x="685800" y="1929384"/>
            <a:ext cx="182880" cy="182880"/>
          </a:xfrm>
          <a:prstGeom prst="rect">
            <a:avLst/>
          </a:prstGeom>
        </p:spPr>
      </p:pic>
      <p:sp>
        <p:nvSpPr>
          <p:cNvPr id="8" name="Text 4"/>
          <p:cNvSpPr txBox="1"/>
          <p:nvPr/>
        </p:nvSpPr>
        <p:spPr>
          <a:xfrm>
            <a:off x="1143000" y="1737360"/>
            <a:ext cx="3474720" cy="566928"/>
          </a:xfrm>
          <a:prstGeom prst="rect">
            <a:avLst/>
          </a:prstGeom>
          <a:noFill/>
          <a:ln/>
        </p:spPr>
        <p:txBody>
          <a:bodyPr wrap="square" lIns="0" tIns="0" rIns="0" bIns="0" rtlCol="0" anchor="ctr"/>
          <a:lstStyle/>
          <a:p>
            <a:pPr marL="0" indent="0">
              <a:buNone/>
            </a:pPr>
            <a:r>
              <a:rPr lang="en-US" sz="1300">
                <a:solidFill>
                  <a:schemeClr val="tx1"/>
                </a:solidFill>
              </a:rPr>
              <a:t>At least 6 years of history</a:t>
            </a:r>
            <a:endParaRPr lang="en-US" sz="1300"/>
          </a:p>
        </p:txBody>
      </p:sp>
      <p:sp>
        <p:nvSpPr>
          <p:cNvPr id="9" name="check-card-1"/>
          <p:cNvSpPr/>
          <p:nvPr/>
        </p:nvSpPr>
        <p:spPr>
          <a:xfrm>
            <a:off x="457200" y="2395728"/>
            <a:ext cx="4297680" cy="566928"/>
          </a:xfrm>
          <a:prstGeom prst="roundRect">
            <a:avLst>
              <a:gd name="adj" fmla="val 1290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0" name="check-badge-1"/>
          <p:cNvSpPr/>
          <p:nvPr/>
        </p:nvSpPr>
        <p:spPr>
          <a:xfrm>
            <a:off x="594360" y="2496312"/>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11" name="Image 1" descr="check"/>
          <p:cNvPicPr>
            <a:picLocks noChangeAspect="1"/>
          </p:cNvPicPr>
          <p:nvPr/>
        </p:nvPicPr>
        <p:blipFill>
          <a:blip r:embed="rId3"/>
          <a:stretch>
            <a:fillRect/>
          </a:stretch>
        </p:blipFill>
        <p:spPr>
          <a:xfrm>
            <a:off x="685800" y="2587752"/>
            <a:ext cx="182880" cy="182880"/>
          </a:xfrm>
          <a:prstGeom prst="rect">
            <a:avLst/>
          </a:prstGeom>
        </p:spPr>
      </p:pic>
      <p:sp>
        <p:nvSpPr>
          <p:cNvPr id="12" name="Text 7"/>
          <p:cNvSpPr txBox="1"/>
          <p:nvPr/>
        </p:nvSpPr>
        <p:spPr>
          <a:xfrm>
            <a:off x="1143000" y="2395728"/>
            <a:ext cx="3474720" cy="566928"/>
          </a:xfrm>
          <a:prstGeom prst="rect">
            <a:avLst/>
          </a:prstGeom>
          <a:noFill/>
          <a:ln/>
        </p:spPr>
        <p:txBody>
          <a:bodyPr wrap="square" lIns="0" tIns="0" rIns="0" bIns="0" rtlCol="0" anchor="ctr"/>
          <a:lstStyle/>
          <a:p>
            <a:pPr marL="0" indent="0">
              <a:buNone/>
            </a:pPr>
            <a:r>
              <a:rPr lang="en-US" sz="1300">
                <a:solidFill>
                  <a:schemeClr val="tx1"/>
                </a:solidFill>
              </a:rPr>
              <a:t>At least 55% of those quarters have a real valuation, not a filled-in one</a:t>
            </a:r>
            <a:endParaRPr lang="en-US" sz="1300"/>
          </a:p>
        </p:txBody>
      </p:sp>
      <p:sp>
        <p:nvSpPr>
          <p:cNvPr id="13" name="check-card-2"/>
          <p:cNvSpPr/>
          <p:nvPr/>
        </p:nvSpPr>
        <p:spPr>
          <a:xfrm>
            <a:off x="457200" y="3054096"/>
            <a:ext cx="4297680" cy="566928"/>
          </a:xfrm>
          <a:prstGeom prst="roundRect">
            <a:avLst>
              <a:gd name="adj" fmla="val 1290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4" name="check-badge-2"/>
          <p:cNvSpPr/>
          <p:nvPr/>
        </p:nvSpPr>
        <p:spPr>
          <a:xfrm>
            <a:off x="594360" y="3154680"/>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15" name="Image 2" descr="check"/>
          <p:cNvPicPr>
            <a:picLocks noChangeAspect="1"/>
          </p:cNvPicPr>
          <p:nvPr/>
        </p:nvPicPr>
        <p:blipFill>
          <a:blip r:embed="rId3"/>
          <a:stretch>
            <a:fillRect/>
          </a:stretch>
        </p:blipFill>
        <p:spPr>
          <a:xfrm>
            <a:off x="685800" y="3246120"/>
            <a:ext cx="182880" cy="182880"/>
          </a:xfrm>
          <a:prstGeom prst="rect">
            <a:avLst/>
          </a:prstGeom>
        </p:spPr>
      </p:pic>
      <p:sp>
        <p:nvSpPr>
          <p:cNvPr id="16" name="Text 10"/>
          <p:cNvSpPr txBox="1"/>
          <p:nvPr/>
        </p:nvSpPr>
        <p:spPr>
          <a:xfrm>
            <a:off x="1143000" y="3054096"/>
            <a:ext cx="3474720" cy="566928"/>
          </a:xfrm>
          <a:prstGeom prst="rect">
            <a:avLst/>
          </a:prstGeom>
          <a:noFill/>
          <a:ln/>
        </p:spPr>
        <p:txBody>
          <a:bodyPr wrap="square" lIns="0" tIns="0" rIns="0" bIns="0" rtlCol="0" anchor="ctr"/>
          <a:lstStyle/>
          <a:p>
            <a:pPr marL="0" indent="0">
              <a:buNone/>
            </a:pPr>
            <a:r>
              <a:rPr lang="en-US" sz="1300">
                <a:solidFill>
                  <a:schemeClr val="tx1"/>
                </a:solidFill>
              </a:rPr>
              <a:t>First valued by early 2019</a:t>
            </a:r>
            <a:endParaRPr lang="en-US" sz="1300"/>
          </a:p>
        </p:txBody>
      </p:sp>
      <p:sp>
        <p:nvSpPr>
          <p:cNvPr id="17" name="check-card-3"/>
          <p:cNvSpPr/>
          <p:nvPr/>
        </p:nvSpPr>
        <p:spPr>
          <a:xfrm>
            <a:off x="457200" y="3712464"/>
            <a:ext cx="4297680" cy="566928"/>
          </a:xfrm>
          <a:prstGeom prst="roundRect">
            <a:avLst>
              <a:gd name="adj" fmla="val 1290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8" name="check-badge-3"/>
          <p:cNvSpPr/>
          <p:nvPr/>
        </p:nvSpPr>
        <p:spPr>
          <a:xfrm>
            <a:off x="594360" y="3813048"/>
            <a:ext cx="365760" cy="365760"/>
          </a:xfrm>
          <a:prstGeom prst="ellipse">
            <a:avLst/>
          </a:prstGeom>
          <a:solidFill>
            <a:schemeClr val="accent1"/>
          </a:solidFill>
          <a:ln w="12700">
            <a:solidFill>
              <a:schemeClr val="accent1"/>
            </a:solidFill>
            <a:prstDash val="solid"/>
          </a:ln>
        </p:spPr>
        <p:txBody>
          <a:bodyPr/>
          <a:lstStyle/>
          <a:p>
            <a:endParaRPr lang="en-US"/>
          </a:p>
        </p:txBody>
      </p:sp>
      <p:pic>
        <p:nvPicPr>
          <p:cNvPr id="19" name="Image 3" descr="check"/>
          <p:cNvPicPr>
            <a:picLocks noChangeAspect="1"/>
          </p:cNvPicPr>
          <p:nvPr/>
        </p:nvPicPr>
        <p:blipFill>
          <a:blip r:embed="rId3"/>
          <a:stretch>
            <a:fillRect/>
          </a:stretch>
        </p:blipFill>
        <p:spPr>
          <a:xfrm>
            <a:off x="685800" y="3904488"/>
            <a:ext cx="182880" cy="182880"/>
          </a:xfrm>
          <a:prstGeom prst="rect">
            <a:avLst/>
          </a:prstGeom>
        </p:spPr>
      </p:pic>
      <p:sp>
        <p:nvSpPr>
          <p:cNvPr id="20" name="Text 13"/>
          <p:cNvSpPr txBox="1"/>
          <p:nvPr/>
        </p:nvSpPr>
        <p:spPr>
          <a:xfrm>
            <a:off x="1143000" y="3712464"/>
            <a:ext cx="3474720" cy="566928"/>
          </a:xfrm>
          <a:prstGeom prst="rect">
            <a:avLst/>
          </a:prstGeom>
          <a:noFill/>
          <a:ln/>
        </p:spPr>
        <p:txBody>
          <a:bodyPr wrap="square" lIns="0" tIns="0" rIns="0" bIns="0" rtlCol="0" anchor="ctr"/>
          <a:lstStyle/>
          <a:p>
            <a:pPr marL="0" indent="0">
              <a:buNone/>
            </a:pPr>
            <a:r>
              <a:rPr lang="en-US" sz="1300">
                <a:solidFill>
                  <a:schemeClr val="tx1"/>
                </a:solidFill>
              </a:rPr>
              <a:t>Still being valued recently</a:t>
            </a:r>
            <a:endParaRPr lang="en-US" sz="1300"/>
          </a:p>
        </p:txBody>
      </p:sp>
      <p:sp>
        <p:nvSpPr>
          <p:cNvPr id="21" name="funnel-0"/>
          <p:cNvSpPr/>
          <p:nvPr/>
        </p:nvSpPr>
        <p:spPr>
          <a:xfrm>
            <a:off x="5029200" y="1737360"/>
            <a:ext cx="3657600" cy="502920"/>
          </a:xfrm>
          <a:prstGeom prst="roundRect">
            <a:avLst>
              <a:gd name="adj" fmla="val 14545"/>
            </a:avLst>
          </a:prstGeom>
          <a:solidFill>
            <a:schemeClr val="tx2"/>
          </a:solidFill>
          <a:ln w="12700">
            <a:solidFill>
              <a:schemeClr val="tx2"/>
            </a:solidFill>
            <a:prstDash val="solid"/>
          </a:ln>
        </p:spPr>
        <p:txBody>
          <a:bodyPr/>
          <a:lstStyle/>
          <a:p>
            <a:endParaRPr lang="en-US"/>
          </a:p>
        </p:txBody>
      </p:sp>
      <p:sp>
        <p:nvSpPr>
          <p:cNvPr id="22" name="Text 15"/>
          <p:cNvSpPr txBox="1"/>
          <p:nvPr/>
        </p:nvSpPr>
        <p:spPr>
          <a:xfrm>
            <a:off x="5029200" y="1737360"/>
            <a:ext cx="3657600" cy="502920"/>
          </a:xfrm>
          <a:prstGeom prst="rect">
            <a:avLst/>
          </a:prstGeom>
          <a:noFill/>
          <a:ln/>
        </p:spPr>
        <p:txBody>
          <a:bodyPr wrap="square" lIns="0" tIns="0" rIns="0" bIns="0" rtlCol="0" anchor="ctr"/>
          <a:lstStyle/>
          <a:p>
            <a:pPr marL="0" indent="0" algn="ctr">
              <a:buNone/>
            </a:pPr>
            <a:r>
              <a:rPr lang="en-US" sz="1600" b="1">
                <a:solidFill>
                  <a:schemeClr val="bg1"/>
                </a:solidFill>
              </a:rPr>
              <a:t>508 players</a:t>
            </a:r>
            <a:endParaRPr lang="en-US" sz="1600"/>
          </a:p>
        </p:txBody>
      </p:sp>
      <p:sp>
        <p:nvSpPr>
          <p:cNvPr id="23" name="funnel-1"/>
          <p:cNvSpPr/>
          <p:nvPr/>
        </p:nvSpPr>
        <p:spPr>
          <a:xfrm>
            <a:off x="5486400" y="2331720"/>
            <a:ext cx="2743200" cy="502920"/>
          </a:xfrm>
          <a:prstGeom prst="roundRect">
            <a:avLst>
              <a:gd name="adj" fmla="val 14545"/>
            </a:avLst>
          </a:prstGeom>
          <a:solidFill>
            <a:schemeClr val="accent1"/>
          </a:solidFill>
          <a:ln w="12700">
            <a:solidFill>
              <a:schemeClr val="accent1"/>
            </a:solidFill>
            <a:prstDash val="solid"/>
          </a:ln>
        </p:spPr>
        <p:txBody>
          <a:bodyPr/>
          <a:lstStyle/>
          <a:p>
            <a:endParaRPr lang="en-US"/>
          </a:p>
        </p:txBody>
      </p:sp>
      <p:sp>
        <p:nvSpPr>
          <p:cNvPr id="24" name="Text 17"/>
          <p:cNvSpPr txBox="1"/>
          <p:nvPr/>
        </p:nvSpPr>
        <p:spPr>
          <a:xfrm>
            <a:off x="5486400" y="2331720"/>
            <a:ext cx="2743200" cy="502920"/>
          </a:xfrm>
          <a:prstGeom prst="rect">
            <a:avLst/>
          </a:prstGeom>
          <a:noFill/>
          <a:ln/>
        </p:spPr>
        <p:txBody>
          <a:bodyPr wrap="square" lIns="0" tIns="0" rIns="0" bIns="0" rtlCol="0" anchor="ctr"/>
          <a:lstStyle/>
          <a:p>
            <a:pPr marL="0" indent="0" algn="ctr">
              <a:buNone/>
            </a:pPr>
            <a:r>
              <a:rPr lang="en-US" sz="1400" b="1">
                <a:solidFill>
                  <a:schemeClr val="bg1"/>
                </a:solidFill>
              </a:rPr>
              <a:t>Pass the four checks</a:t>
            </a:r>
            <a:endParaRPr lang="en-US" sz="1400"/>
          </a:p>
        </p:txBody>
      </p:sp>
      <p:sp>
        <p:nvSpPr>
          <p:cNvPr id="25" name="funnel-2"/>
          <p:cNvSpPr/>
          <p:nvPr/>
        </p:nvSpPr>
        <p:spPr>
          <a:xfrm>
            <a:off x="5943600" y="2926080"/>
            <a:ext cx="1828800" cy="502920"/>
          </a:xfrm>
          <a:prstGeom prst="roundRect">
            <a:avLst>
              <a:gd name="adj" fmla="val 14545"/>
            </a:avLst>
          </a:prstGeom>
          <a:solidFill>
            <a:schemeClr val="accent2"/>
          </a:solidFill>
          <a:ln w="12700">
            <a:solidFill>
              <a:schemeClr val="accent2"/>
            </a:solidFill>
            <a:prstDash val="solid"/>
          </a:ln>
        </p:spPr>
        <p:txBody>
          <a:bodyPr/>
          <a:lstStyle/>
          <a:p>
            <a:endParaRPr lang="en-US"/>
          </a:p>
        </p:txBody>
      </p:sp>
      <p:sp>
        <p:nvSpPr>
          <p:cNvPr id="26" name="Text 19"/>
          <p:cNvSpPr txBox="1"/>
          <p:nvPr/>
        </p:nvSpPr>
        <p:spPr>
          <a:xfrm>
            <a:off x="5943600" y="2926080"/>
            <a:ext cx="1828800" cy="502920"/>
          </a:xfrm>
          <a:prstGeom prst="rect">
            <a:avLst/>
          </a:prstGeom>
          <a:noFill/>
          <a:ln/>
        </p:spPr>
        <p:txBody>
          <a:bodyPr wrap="square" lIns="0" tIns="0" rIns="0" bIns="0" rtlCol="0" anchor="ctr"/>
          <a:lstStyle/>
          <a:p>
            <a:pPr marL="0" indent="0" algn="ctr">
              <a:buNone/>
            </a:pPr>
            <a:r>
              <a:rPr lang="en-US" sz="1800" b="1">
                <a:solidFill>
                  <a:schemeClr val="tx1"/>
                </a:solidFill>
              </a:rPr>
              <a:t>15 players</a:t>
            </a:r>
            <a:endParaRPr lang="en-US" sz="1800"/>
          </a:p>
        </p:txBody>
      </p:sp>
      <p:sp>
        <p:nvSpPr>
          <p:cNvPr id="27" name="Text 20"/>
          <p:cNvSpPr txBox="1"/>
          <p:nvPr/>
        </p:nvSpPr>
        <p:spPr>
          <a:xfrm>
            <a:off x="5029200" y="3566160"/>
            <a:ext cx="3657600" cy="201168"/>
          </a:xfrm>
          <a:prstGeom prst="rect">
            <a:avLst/>
          </a:prstGeom>
          <a:noFill/>
          <a:ln/>
        </p:spPr>
        <p:txBody>
          <a:bodyPr wrap="square" lIns="0" tIns="0" rIns="0" bIns="0" rtlCol="0" anchor="t"/>
          <a:lstStyle/>
          <a:p>
            <a:pPr marL="0" indent="0">
              <a:buNone/>
            </a:pPr>
            <a:r>
              <a:rPr lang="en-US" sz="1200">
                <a:solidFill>
                  <a:srgbClr val="8A9A94"/>
                </a:solidFill>
              </a:rPr>
              <a:t>3 best-covered players from each big-five league:</a:t>
            </a:r>
            <a:endParaRPr lang="en-US" sz="1200"/>
          </a:p>
        </p:txBody>
      </p:sp>
      <p:sp>
        <p:nvSpPr>
          <p:cNvPr id="28" name="Shape 21"/>
          <p:cNvSpPr/>
          <p:nvPr/>
        </p:nvSpPr>
        <p:spPr>
          <a:xfrm>
            <a:off x="5029200" y="3840480"/>
            <a:ext cx="1232611" cy="256032"/>
          </a:xfrm>
          <a:prstGeom prst="roundRect">
            <a:avLst>
              <a:gd name="adj" fmla="val 21429"/>
            </a:avLst>
          </a:prstGeom>
          <a:solidFill>
            <a:schemeClr val="accent6">
              <a:alpha val="50000"/>
            </a:schemeClr>
          </a:solidFill>
          <a:ln w="9525">
            <a:solidFill>
              <a:schemeClr val="accent6"/>
            </a:solidFill>
            <a:prstDash val="solid"/>
          </a:ln>
        </p:spPr>
        <p:txBody>
          <a:bodyPr/>
          <a:lstStyle/>
          <a:p>
            <a:endParaRPr lang="en-US"/>
          </a:p>
        </p:txBody>
      </p:sp>
      <p:sp>
        <p:nvSpPr>
          <p:cNvPr id="29" name="Text 22"/>
          <p:cNvSpPr txBox="1"/>
          <p:nvPr/>
        </p:nvSpPr>
        <p:spPr>
          <a:xfrm>
            <a:off x="5029200" y="3840480"/>
            <a:ext cx="1232611" cy="256032"/>
          </a:xfrm>
          <a:prstGeom prst="rect">
            <a:avLst/>
          </a:prstGeom>
          <a:noFill/>
          <a:ln/>
        </p:spPr>
        <p:txBody>
          <a:bodyPr wrap="square" lIns="0" tIns="0" rIns="0" bIns="0" rtlCol="0" anchor="ctr"/>
          <a:lstStyle/>
          <a:p>
            <a:pPr marL="0" indent="0" algn="ctr">
              <a:buNone/>
            </a:pPr>
            <a:r>
              <a:rPr lang="en-US" sz="1100">
                <a:solidFill>
                  <a:schemeClr val="tx1"/>
                </a:solidFill>
              </a:rPr>
              <a:t>Premier League</a:t>
            </a:r>
            <a:endParaRPr lang="en-US" sz="1100"/>
          </a:p>
        </p:txBody>
      </p:sp>
      <p:sp>
        <p:nvSpPr>
          <p:cNvPr id="30" name="Shape 23"/>
          <p:cNvSpPr/>
          <p:nvPr/>
        </p:nvSpPr>
        <p:spPr>
          <a:xfrm>
            <a:off x="6353251" y="3840480"/>
            <a:ext cx="707746" cy="256032"/>
          </a:xfrm>
          <a:prstGeom prst="roundRect">
            <a:avLst>
              <a:gd name="adj" fmla="val 21429"/>
            </a:avLst>
          </a:prstGeom>
          <a:solidFill>
            <a:schemeClr val="accent6">
              <a:alpha val="50000"/>
            </a:schemeClr>
          </a:solidFill>
          <a:ln w="9525">
            <a:solidFill>
              <a:schemeClr val="accent6"/>
            </a:solidFill>
            <a:prstDash val="solid"/>
          </a:ln>
        </p:spPr>
        <p:txBody>
          <a:bodyPr/>
          <a:lstStyle/>
          <a:p>
            <a:endParaRPr lang="en-US"/>
          </a:p>
        </p:txBody>
      </p:sp>
      <p:sp>
        <p:nvSpPr>
          <p:cNvPr id="31" name="Text 24"/>
          <p:cNvSpPr txBox="1"/>
          <p:nvPr/>
        </p:nvSpPr>
        <p:spPr>
          <a:xfrm>
            <a:off x="6353251" y="3840480"/>
            <a:ext cx="707746" cy="256032"/>
          </a:xfrm>
          <a:prstGeom prst="rect">
            <a:avLst/>
          </a:prstGeom>
          <a:noFill/>
          <a:ln/>
        </p:spPr>
        <p:txBody>
          <a:bodyPr wrap="square" lIns="0" tIns="0" rIns="0" bIns="0" rtlCol="0" anchor="ctr"/>
          <a:lstStyle/>
          <a:p>
            <a:pPr marL="0" indent="0" algn="ctr">
              <a:buNone/>
            </a:pPr>
            <a:r>
              <a:rPr lang="en-US" sz="1100">
                <a:solidFill>
                  <a:schemeClr val="tx1"/>
                </a:solidFill>
              </a:rPr>
              <a:t>La Liga</a:t>
            </a:r>
            <a:endParaRPr lang="en-US" sz="1100"/>
          </a:p>
        </p:txBody>
      </p:sp>
      <p:sp>
        <p:nvSpPr>
          <p:cNvPr id="32" name="Shape 25"/>
          <p:cNvSpPr/>
          <p:nvPr/>
        </p:nvSpPr>
        <p:spPr>
          <a:xfrm>
            <a:off x="7152437" y="3840480"/>
            <a:ext cx="707746" cy="256032"/>
          </a:xfrm>
          <a:prstGeom prst="roundRect">
            <a:avLst>
              <a:gd name="adj" fmla="val 21429"/>
            </a:avLst>
          </a:prstGeom>
          <a:solidFill>
            <a:schemeClr val="accent6">
              <a:alpha val="50000"/>
            </a:schemeClr>
          </a:solidFill>
          <a:ln w="9525">
            <a:solidFill>
              <a:schemeClr val="accent6"/>
            </a:solidFill>
            <a:prstDash val="solid"/>
          </a:ln>
        </p:spPr>
        <p:txBody>
          <a:bodyPr/>
          <a:lstStyle/>
          <a:p>
            <a:endParaRPr lang="en-US"/>
          </a:p>
        </p:txBody>
      </p:sp>
      <p:sp>
        <p:nvSpPr>
          <p:cNvPr id="33" name="Text 26"/>
          <p:cNvSpPr txBox="1"/>
          <p:nvPr/>
        </p:nvSpPr>
        <p:spPr>
          <a:xfrm>
            <a:off x="7152437" y="3840480"/>
            <a:ext cx="707746" cy="256032"/>
          </a:xfrm>
          <a:prstGeom prst="rect">
            <a:avLst/>
          </a:prstGeom>
          <a:noFill/>
          <a:ln/>
        </p:spPr>
        <p:txBody>
          <a:bodyPr wrap="square" lIns="0" tIns="0" rIns="0" bIns="0" rtlCol="0" anchor="ctr"/>
          <a:lstStyle/>
          <a:p>
            <a:pPr marL="0" indent="0" algn="ctr">
              <a:buNone/>
            </a:pPr>
            <a:r>
              <a:rPr lang="en-US" sz="1100">
                <a:solidFill>
                  <a:schemeClr val="tx1"/>
                </a:solidFill>
              </a:rPr>
              <a:t>Serie A</a:t>
            </a:r>
            <a:endParaRPr lang="en-US" sz="1100"/>
          </a:p>
        </p:txBody>
      </p:sp>
      <p:sp>
        <p:nvSpPr>
          <p:cNvPr id="34" name="Shape 27"/>
          <p:cNvSpPr/>
          <p:nvPr/>
        </p:nvSpPr>
        <p:spPr>
          <a:xfrm>
            <a:off x="5029200" y="4169664"/>
            <a:ext cx="932688" cy="256032"/>
          </a:xfrm>
          <a:prstGeom prst="roundRect">
            <a:avLst>
              <a:gd name="adj" fmla="val 21429"/>
            </a:avLst>
          </a:prstGeom>
          <a:solidFill>
            <a:schemeClr val="accent6">
              <a:alpha val="50000"/>
            </a:schemeClr>
          </a:solidFill>
          <a:ln w="9525">
            <a:solidFill>
              <a:schemeClr val="accent6"/>
            </a:solidFill>
            <a:prstDash val="solid"/>
          </a:ln>
        </p:spPr>
        <p:txBody>
          <a:bodyPr/>
          <a:lstStyle/>
          <a:p>
            <a:endParaRPr lang="en-US"/>
          </a:p>
        </p:txBody>
      </p:sp>
      <p:sp>
        <p:nvSpPr>
          <p:cNvPr id="35" name="Text 28"/>
          <p:cNvSpPr txBox="1"/>
          <p:nvPr/>
        </p:nvSpPr>
        <p:spPr>
          <a:xfrm>
            <a:off x="5029200" y="4169664"/>
            <a:ext cx="932688" cy="256032"/>
          </a:xfrm>
          <a:prstGeom prst="rect">
            <a:avLst/>
          </a:prstGeom>
          <a:noFill/>
          <a:ln/>
        </p:spPr>
        <p:txBody>
          <a:bodyPr wrap="square" lIns="0" tIns="0" rIns="0" bIns="0" rtlCol="0" anchor="ctr"/>
          <a:lstStyle/>
          <a:p>
            <a:pPr marL="0" indent="0" algn="ctr">
              <a:buNone/>
            </a:pPr>
            <a:r>
              <a:rPr lang="en-US" sz="1100">
                <a:solidFill>
                  <a:schemeClr val="tx1"/>
                </a:solidFill>
              </a:rPr>
              <a:t>Bundesliga</a:t>
            </a:r>
            <a:endParaRPr lang="en-US" sz="1100"/>
          </a:p>
        </p:txBody>
      </p:sp>
      <p:sp>
        <p:nvSpPr>
          <p:cNvPr id="36" name="Shape 29"/>
          <p:cNvSpPr/>
          <p:nvPr/>
        </p:nvSpPr>
        <p:spPr>
          <a:xfrm>
            <a:off x="6053328" y="4169664"/>
            <a:ext cx="707746" cy="256032"/>
          </a:xfrm>
          <a:prstGeom prst="roundRect">
            <a:avLst>
              <a:gd name="adj" fmla="val 21429"/>
            </a:avLst>
          </a:prstGeom>
          <a:solidFill>
            <a:schemeClr val="accent6">
              <a:alpha val="50000"/>
            </a:schemeClr>
          </a:solidFill>
          <a:ln w="9525">
            <a:solidFill>
              <a:schemeClr val="accent6"/>
            </a:solidFill>
            <a:prstDash val="solid"/>
          </a:ln>
        </p:spPr>
        <p:txBody>
          <a:bodyPr/>
          <a:lstStyle/>
          <a:p>
            <a:endParaRPr lang="en-US"/>
          </a:p>
        </p:txBody>
      </p:sp>
      <p:sp>
        <p:nvSpPr>
          <p:cNvPr id="37" name="Text 30"/>
          <p:cNvSpPr txBox="1"/>
          <p:nvPr/>
        </p:nvSpPr>
        <p:spPr>
          <a:xfrm>
            <a:off x="6053328" y="4169664"/>
            <a:ext cx="707746" cy="256032"/>
          </a:xfrm>
          <a:prstGeom prst="rect">
            <a:avLst/>
          </a:prstGeom>
          <a:noFill/>
          <a:ln/>
        </p:spPr>
        <p:txBody>
          <a:bodyPr wrap="square" lIns="0" tIns="0" rIns="0" bIns="0" rtlCol="0" anchor="ctr"/>
          <a:lstStyle/>
          <a:p>
            <a:pPr marL="0" indent="0" algn="ctr">
              <a:buNone/>
            </a:pPr>
            <a:r>
              <a:rPr lang="en-US" sz="1100">
                <a:solidFill>
                  <a:schemeClr val="tx1"/>
                </a:solidFill>
              </a:rPr>
              <a:t>Ligue 1</a:t>
            </a:r>
            <a:endParaRPr lang="en-US" sz="110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5</a:t>
            </a:fld>
            <a:endParaRPr lang="en-US"/>
          </a:p>
        </p:txBody>
      </p:sp>
      <p:sp>
        <p:nvSpPr>
          <p:cNvPr id="39" name="TextBox 38">
            <a:extLst>
              <a:ext uri="{FF2B5EF4-FFF2-40B4-BE49-F238E27FC236}">
                <a16:creationId xmlns:a16="http://schemas.microsoft.com/office/drawing/2014/main" id="{428CB7B6-B441-9B03-84BD-AFFB02F5047C}"/>
              </a:ext>
            </a:extLst>
          </p:cNvPr>
          <p:cNvSpPr txBox="1"/>
          <p:nvPr/>
        </p:nvSpPr>
        <p:spPr>
          <a:xfrm>
            <a:off x="468351" y="1345943"/>
            <a:ext cx="6947210" cy="261610"/>
          </a:xfrm>
          <a:prstGeom prst="rect">
            <a:avLst/>
          </a:prstGeom>
          <a:noFill/>
        </p:spPr>
        <p:txBody>
          <a:bodyPr wrap="square">
            <a:spAutoFit/>
          </a:bodyPr>
          <a:lstStyle/>
          <a:p>
            <a:pPr marL="0" indent="0">
              <a:buNone/>
            </a:pPr>
            <a:r>
              <a:rPr lang="en-US" sz="1100" i="1">
                <a:solidFill>
                  <a:srgbClr val="1F7A4F"/>
                </a:solidFill>
                <a:latin typeface="Calibri" pitchFamily="34" charset="0"/>
                <a:ea typeface="Calibri" pitchFamily="34" charset="-122"/>
                <a:cs typeface="Calibri" pitchFamily="34" charset="-120"/>
              </a:rPr>
              <a:t>From 508 players to a 15-player modeling cohort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Dates into quarters</a:t>
            </a:r>
            <a:endParaRPr lang="en-US" sz="3400"/>
          </a:p>
        </p:txBody>
      </p:sp>
      <p:sp>
        <p:nvSpPr>
          <p:cNvPr id="4" name="Text 1"/>
          <p:cNvSpPr txBox="1"/>
          <p:nvPr/>
        </p:nvSpPr>
        <p:spPr>
          <a:xfrm>
            <a:off x="457200" y="1051560"/>
            <a:ext cx="8229600" cy="365760"/>
          </a:xfrm>
          <a:prstGeom prst="rect">
            <a:avLst/>
          </a:prstGeom>
          <a:noFill/>
          <a:ln/>
        </p:spPr>
        <p:txBody>
          <a:bodyPr wrap="square" lIns="0" tIns="0" rIns="0" bIns="0" rtlCol="0" anchor="t"/>
          <a:lstStyle/>
          <a:p>
            <a:pPr marL="0" indent="0">
              <a:buNone/>
            </a:pPr>
            <a:r>
              <a:rPr lang="en-US" sz="1400">
                <a:solidFill>
                  <a:srgbClr val="14211C"/>
                </a:solidFill>
              </a:rPr>
              <a:t>Transfermarkt updates values at irregular times, so every player gets the same quarterly calendar.</a:t>
            </a:r>
            <a:endParaRPr lang="en-US" sz="1400"/>
          </a:p>
        </p:txBody>
      </p:sp>
      <p:sp>
        <p:nvSpPr>
          <p:cNvPr id="5" name="step-badge-1"/>
          <p:cNvSpPr/>
          <p:nvPr/>
        </p:nvSpPr>
        <p:spPr>
          <a:xfrm>
            <a:off x="457200" y="182880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457200" y="1828800"/>
            <a:ext cx="457200" cy="457200"/>
          </a:xfrm>
          <a:prstGeom prst="rect">
            <a:avLst/>
          </a:prstGeom>
          <a:noFill/>
          <a:ln/>
        </p:spPr>
        <p:txBody>
          <a:bodyPr wrap="square" lIns="0" tIns="0" rIns="0" bIns="0" rtlCol="0" anchor="ctr"/>
          <a:lstStyle/>
          <a:p>
            <a:pPr marL="0" indent="0" algn="ctr">
              <a:buNone/>
            </a:pPr>
            <a:r>
              <a:rPr lang="en-US" sz="1800" b="1">
                <a:solidFill>
                  <a:schemeClr val="bg1"/>
                </a:solidFill>
              </a:rPr>
              <a:t>1</a:t>
            </a:r>
            <a:endParaRPr lang="en-US" sz="1800"/>
          </a:p>
        </p:txBody>
      </p:sp>
      <p:sp>
        <p:nvSpPr>
          <p:cNvPr id="7" name="Text 4"/>
          <p:cNvSpPr txBox="1"/>
          <p:nvPr/>
        </p:nvSpPr>
        <p:spPr>
          <a:xfrm>
            <a:off x="1097280" y="1783080"/>
            <a:ext cx="2103120" cy="274320"/>
          </a:xfrm>
          <a:prstGeom prst="rect">
            <a:avLst/>
          </a:prstGeom>
          <a:noFill/>
          <a:ln/>
        </p:spPr>
        <p:txBody>
          <a:bodyPr wrap="square" lIns="0" tIns="0" rIns="0" bIns="0" rtlCol="0" anchor="t"/>
          <a:lstStyle/>
          <a:p>
            <a:pPr marL="0" indent="0">
              <a:buNone/>
            </a:pPr>
            <a:r>
              <a:rPr lang="en-US" sz="1500" b="1">
                <a:solidFill>
                  <a:schemeClr val="tx2"/>
                </a:solidFill>
              </a:rPr>
              <a:t>Sorted into quarters</a:t>
            </a:r>
            <a:endParaRPr lang="en-US" sz="1500"/>
          </a:p>
        </p:txBody>
      </p:sp>
      <p:sp>
        <p:nvSpPr>
          <p:cNvPr id="8" name="Text 5"/>
          <p:cNvSpPr txBox="1"/>
          <p:nvPr/>
        </p:nvSpPr>
        <p:spPr>
          <a:xfrm>
            <a:off x="1097280" y="2084832"/>
            <a:ext cx="2057400" cy="731520"/>
          </a:xfrm>
          <a:prstGeom prst="rect">
            <a:avLst/>
          </a:prstGeom>
          <a:noFill/>
          <a:ln/>
        </p:spPr>
        <p:txBody>
          <a:bodyPr wrap="square" lIns="0" tIns="0" rIns="0" bIns="0" rtlCol="0" anchor="t"/>
          <a:lstStyle/>
          <a:p>
            <a:pPr marL="0" indent="0">
              <a:buNone/>
            </a:pPr>
            <a:r>
              <a:rPr lang="en-US" sz="1200">
                <a:solidFill>
                  <a:schemeClr val="tx1"/>
                </a:solidFill>
              </a:rPr>
              <a:t>Each update lands in a quarter. Two in one quarter? We keep the latest.</a:t>
            </a:r>
            <a:endParaRPr lang="en-US" sz="1200"/>
          </a:p>
        </p:txBody>
      </p:sp>
      <p:sp>
        <p:nvSpPr>
          <p:cNvPr id="9" name="step-badge-2"/>
          <p:cNvSpPr/>
          <p:nvPr/>
        </p:nvSpPr>
        <p:spPr>
          <a:xfrm>
            <a:off x="457200" y="297180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457200" y="2971800"/>
            <a:ext cx="457200" cy="457200"/>
          </a:xfrm>
          <a:prstGeom prst="rect">
            <a:avLst/>
          </a:prstGeom>
          <a:noFill/>
          <a:ln/>
        </p:spPr>
        <p:txBody>
          <a:bodyPr wrap="square" lIns="0" tIns="0" rIns="0" bIns="0" rtlCol="0" anchor="ctr"/>
          <a:lstStyle/>
          <a:p>
            <a:pPr marL="0" indent="0" algn="ctr">
              <a:buNone/>
            </a:pPr>
            <a:r>
              <a:rPr lang="en-US" sz="1800" b="1">
                <a:solidFill>
                  <a:schemeClr val="bg1"/>
                </a:solidFill>
              </a:rPr>
              <a:t>2</a:t>
            </a:r>
            <a:endParaRPr lang="en-US" sz="1800"/>
          </a:p>
        </p:txBody>
      </p:sp>
      <p:sp>
        <p:nvSpPr>
          <p:cNvPr id="11" name="Text 8"/>
          <p:cNvSpPr txBox="1"/>
          <p:nvPr/>
        </p:nvSpPr>
        <p:spPr>
          <a:xfrm>
            <a:off x="1097280" y="2926080"/>
            <a:ext cx="2103120" cy="274320"/>
          </a:xfrm>
          <a:prstGeom prst="rect">
            <a:avLst/>
          </a:prstGeom>
          <a:noFill/>
          <a:ln/>
        </p:spPr>
        <p:txBody>
          <a:bodyPr wrap="square" lIns="0" tIns="0" rIns="0" bIns="0" rtlCol="0" anchor="t"/>
          <a:lstStyle/>
          <a:p>
            <a:pPr marL="0" indent="0">
              <a:buNone/>
            </a:pPr>
            <a:r>
              <a:rPr lang="en-US" sz="1500" b="1">
                <a:solidFill>
                  <a:schemeClr val="tx2"/>
                </a:solidFill>
              </a:rPr>
              <a:t>Quiet quarters filled</a:t>
            </a:r>
            <a:endParaRPr lang="en-US" sz="1500"/>
          </a:p>
        </p:txBody>
      </p:sp>
      <p:sp>
        <p:nvSpPr>
          <p:cNvPr id="12" name="Text 9"/>
          <p:cNvSpPr txBox="1"/>
          <p:nvPr/>
        </p:nvSpPr>
        <p:spPr>
          <a:xfrm>
            <a:off x="1097280" y="3227832"/>
            <a:ext cx="2057400" cy="731520"/>
          </a:xfrm>
          <a:prstGeom prst="rect">
            <a:avLst/>
          </a:prstGeom>
          <a:noFill/>
          <a:ln/>
        </p:spPr>
        <p:txBody>
          <a:bodyPr wrap="square" lIns="0" tIns="0" rIns="0" bIns="0" rtlCol="0" anchor="t"/>
          <a:lstStyle/>
          <a:p>
            <a:pPr marL="0" indent="0">
              <a:buNone/>
            </a:pPr>
            <a:r>
              <a:rPr lang="en-US" sz="1200">
                <a:solidFill>
                  <a:schemeClr val="tx1"/>
                </a:solidFill>
              </a:rPr>
              <a:t>The value carries forward until the next update (dashed = filled in).</a:t>
            </a:r>
            <a:endParaRPr lang="en-US" sz="1200"/>
          </a:p>
        </p:txBody>
      </p:sp>
      <p:sp>
        <p:nvSpPr>
          <p:cNvPr id="13" name="Shape 10"/>
          <p:cNvSpPr/>
          <p:nvPr/>
        </p:nvSpPr>
        <p:spPr>
          <a:xfrm>
            <a:off x="3291840" y="1737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3291840" y="1810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2021Q1</a:t>
            </a:r>
            <a:endParaRPr lang="en-US" sz="1000"/>
          </a:p>
        </p:txBody>
      </p:sp>
      <p:sp>
        <p:nvSpPr>
          <p:cNvPr id="15" name="Text 12"/>
          <p:cNvSpPr txBox="1"/>
          <p:nvPr/>
        </p:nvSpPr>
        <p:spPr>
          <a:xfrm>
            <a:off x="3291840" y="2066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€60M</a:t>
            </a:r>
            <a:endParaRPr lang="en-US" sz="1500"/>
          </a:p>
        </p:txBody>
      </p:sp>
      <p:sp>
        <p:nvSpPr>
          <p:cNvPr id="16" name="Shape 13"/>
          <p:cNvSpPr/>
          <p:nvPr/>
        </p:nvSpPr>
        <p:spPr>
          <a:xfrm>
            <a:off x="3291840" y="2880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17" name="Text 14"/>
          <p:cNvSpPr txBox="1"/>
          <p:nvPr/>
        </p:nvSpPr>
        <p:spPr>
          <a:xfrm>
            <a:off x="3291840" y="2953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2021Q1</a:t>
            </a:r>
            <a:endParaRPr lang="en-US" sz="1000"/>
          </a:p>
        </p:txBody>
      </p:sp>
      <p:sp>
        <p:nvSpPr>
          <p:cNvPr id="18" name="Text 15"/>
          <p:cNvSpPr txBox="1"/>
          <p:nvPr/>
        </p:nvSpPr>
        <p:spPr>
          <a:xfrm>
            <a:off x="3291840" y="3209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€60M</a:t>
            </a:r>
            <a:endParaRPr lang="en-US" sz="1500"/>
          </a:p>
        </p:txBody>
      </p:sp>
      <p:sp>
        <p:nvSpPr>
          <p:cNvPr id="19" name="Shape 16"/>
          <p:cNvSpPr/>
          <p:nvPr/>
        </p:nvSpPr>
        <p:spPr>
          <a:xfrm>
            <a:off x="4206240" y="1737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20" name="Text 17"/>
          <p:cNvSpPr txBox="1"/>
          <p:nvPr/>
        </p:nvSpPr>
        <p:spPr>
          <a:xfrm>
            <a:off x="4206240" y="1810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2021Q2</a:t>
            </a:r>
            <a:endParaRPr lang="en-US" sz="1000"/>
          </a:p>
        </p:txBody>
      </p:sp>
      <p:sp>
        <p:nvSpPr>
          <p:cNvPr id="21" name="Text 18"/>
          <p:cNvSpPr txBox="1"/>
          <p:nvPr/>
        </p:nvSpPr>
        <p:spPr>
          <a:xfrm>
            <a:off x="4206240" y="2066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€70M</a:t>
            </a:r>
            <a:endParaRPr lang="en-US" sz="1500"/>
          </a:p>
        </p:txBody>
      </p:sp>
      <p:sp>
        <p:nvSpPr>
          <p:cNvPr id="22" name="Shape 19"/>
          <p:cNvSpPr/>
          <p:nvPr/>
        </p:nvSpPr>
        <p:spPr>
          <a:xfrm>
            <a:off x="4206240" y="2880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23" name="Text 20"/>
          <p:cNvSpPr txBox="1"/>
          <p:nvPr/>
        </p:nvSpPr>
        <p:spPr>
          <a:xfrm>
            <a:off x="4206240" y="2953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2021Q2</a:t>
            </a:r>
            <a:endParaRPr lang="en-US" sz="1000"/>
          </a:p>
        </p:txBody>
      </p:sp>
      <p:sp>
        <p:nvSpPr>
          <p:cNvPr id="24" name="Text 21"/>
          <p:cNvSpPr txBox="1"/>
          <p:nvPr/>
        </p:nvSpPr>
        <p:spPr>
          <a:xfrm>
            <a:off x="4206240" y="3209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€70M</a:t>
            </a:r>
            <a:endParaRPr lang="en-US" sz="1500"/>
          </a:p>
        </p:txBody>
      </p:sp>
      <p:sp>
        <p:nvSpPr>
          <p:cNvPr id="25" name="Shape 22"/>
          <p:cNvSpPr/>
          <p:nvPr/>
        </p:nvSpPr>
        <p:spPr>
          <a:xfrm>
            <a:off x="5120640" y="1737360"/>
            <a:ext cx="822960" cy="777240"/>
          </a:xfrm>
          <a:prstGeom prst="roundRect">
            <a:avLst>
              <a:gd name="adj" fmla="val 7059"/>
            </a:avLst>
          </a:prstGeom>
          <a:solidFill>
            <a:schemeClr val="bg1"/>
          </a:solidFill>
          <a:ln w="12700">
            <a:solidFill>
              <a:srgbClr val="8A9A94"/>
            </a:solidFill>
            <a:prstDash val="solid"/>
          </a:ln>
        </p:spPr>
        <p:txBody>
          <a:bodyPr/>
          <a:lstStyle/>
          <a:p>
            <a:endParaRPr lang="en-US"/>
          </a:p>
        </p:txBody>
      </p:sp>
      <p:sp>
        <p:nvSpPr>
          <p:cNvPr id="26" name="Text 23"/>
          <p:cNvSpPr txBox="1"/>
          <p:nvPr/>
        </p:nvSpPr>
        <p:spPr>
          <a:xfrm>
            <a:off x="5120640" y="1810512"/>
            <a:ext cx="822960" cy="201168"/>
          </a:xfrm>
          <a:prstGeom prst="rect">
            <a:avLst/>
          </a:prstGeom>
          <a:noFill/>
          <a:ln/>
        </p:spPr>
        <p:txBody>
          <a:bodyPr wrap="square" lIns="0" tIns="0" rIns="0" bIns="0" rtlCol="0" anchor="t"/>
          <a:lstStyle/>
          <a:p>
            <a:pPr marL="0" indent="0" algn="ctr">
              <a:buNone/>
            </a:pPr>
            <a:r>
              <a:rPr lang="en-US" sz="1000">
                <a:solidFill>
                  <a:srgbClr val="8A9A94"/>
                </a:solidFill>
              </a:rPr>
              <a:t>2021Q3</a:t>
            </a:r>
            <a:endParaRPr lang="en-US" sz="1000"/>
          </a:p>
        </p:txBody>
      </p:sp>
      <p:sp>
        <p:nvSpPr>
          <p:cNvPr id="27" name="Text 24"/>
          <p:cNvSpPr txBox="1"/>
          <p:nvPr/>
        </p:nvSpPr>
        <p:spPr>
          <a:xfrm>
            <a:off x="5120640" y="2066544"/>
            <a:ext cx="822960" cy="320040"/>
          </a:xfrm>
          <a:prstGeom prst="rect">
            <a:avLst/>
          </a:prstGeom>
          <a:noFill/>
          <a:ln/>
        </p:spPr>
        <p:txBody>
          <a:bodyPr wrap="square" lIns="0" tIns="0" rIns="0" bIns="0" rtlCol="0" anchor="t"/>
          <a:lstStyle/>
          <a:p>
            <a:pPr marL="0" indent="0" algn="ctr">
              <a:buNone/>
            </a:pPr>
            <a:r>
              <a:rPr lang="en-US" sz="1500" b="1">
                <a:solidFill>
                  <a:schemeClr val="tx1"/>
                </a:solidFill>
              </a:rPr>
              <a:t>–</a:t>
            </a:r>
            <a:endParaRPr lang="en-US" sz="1500"/>
          </a:p>
        </p:txBody>
      </p:sp>
      <p:sp>
        <p:nvSpPr>
          <p:cNvPr id="28" name="Shape 25"/>
          <p:cNvSpPr/>
          <p:nvPr/>
        </p:nvSpPr>
        <p:spPr>
          <a:xfrm>
            <a:off x="5120640" y="2880360"/>
            <a:ext cx="822960" cy="777240"/>
          </a:xfrm>
          <a:prstGeom prst="roundRect">
            <a:avLst>
              <a:gd name="adj" fmla="val 7059"/>
            </a:avLst>
          </a:prstGeom>
          <a:solidFill>
            <a:schemeClr val="bg1"/>
          </a:solidFill>
          <a:ln w="25400">
            <a:solidFill>
              <a:schemeClr val="accent2"/>
            </a:solidFill>
            <a:prstDash val="dash"/>
          </a:ln>
        </p:spPr>
        <p:txBody>
          <a:bodyPr/>
          <a:lstStyle/>
          <a:p>
            <a:endParaRPr lang="en-US"/>
          </a:p>
        </p:txBody>
      </p:sp>
      <p:sp>
        <p:nvSpPr>
          <p:cNvPr id="29" name="Text 26"/>
          <p:cNvSpPr txBox="1"/>
          <p:nvPr/>
        </p:nvSpPr>
        <p:spPr>
          <a:xfrm>
            <a:off x="5120640" y="2953512"/>
            <a:ext cx="822960" cy="201168"/>
          </a:xfrm>
          <a:prstGeom prst="rect">
            <a:avLst/>
          </a:prstGeom>
          <a:noFill/>
          <a:ln/>
        </p:spPr>
        <p:txBody>
          <a:bodyPr wrap="square" lIns="0" tIns="0" rIns="0" bIns="0" rtlCol="0" anchor="t"/>
          <a:lstStyle/>
          <a:p>
            <a:pPr marL="0" indent="0" algn="ctr">
              <a:buNone/>
            </a:pPr>
            <a:r>
              <a:rPr lang="en-US" sz="1000">
                <a:solidFill>
                  <a:srgbClr val="8A9A94"/>
                </a:solidFill>
              </a:rPr>
              <a:t>2021Q3</a:t>
            </a:r>
            <a:endParaRPr lang="en-US" sz="1000"/>
          </a:p>
        </p:txBody>
      </p:sp>
      <p:sp>
        <p:nvSpPr>
          <p:cNvPr id="30" name="Text 27"/>
          <p:cNvSpPr txBox="1"/>
          <p:nvPr/>
        </p:nvSpPr>
        <p:spPr>
          <a:xfrm>
            <a:off x="5120640" y="3209544"/>
            <a:ext cx="822960" cy="320040"/>
          </a:xfrm>
          <a:prstGeom prst="rect">
            <a:avLst/>
          </a:prstGeom>
          <a:noFill/>
          <a:ln/>
        </p:spPr>
        <p:txBody>
          <a:bodyPr wrap="square" lIns="0" tIns="0" rIns="0" bIns="0" rtlCol="0" anchor="t"/>
          <a:lstStyle/>
          <a:p>
            <a:pPr marL="0" indent="0" algn="ctr">
              <a:buNone/>
            </a:pPr>
            <a:r>
              <a:rPr lang="en-US" sz="1500" b="1">
                <a:solidFill>
                  <a:schemeClr val="tx1"/>
                </a:solidFill>
              </a:rPr>
              <a:t>€70M</a:t>
            </a:r>
            <a:endParaRPr lang="en-US" sz="1500"/>
          </a:p>
        </p:txBody>
      </p:sp>
      <p:sp>
        <p:nvSpPr>
          <p:cNvPr id="31" name="Shape 28"/>
          <p:cNvSpPr/>
          <p:nvPr/>
        </p:nvSpPr>
        <p:spPr>
          <a:xfrm>
            <a:off x="6035040" y="1737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32" name="Text 29"/>
          <p:cNvSpPr txBox="1"/>
          <p:nvPr/>
        </p:nvSpPr>
        <p:spPr>
          <a:xfrm>
            <a:off x="6035040" y="1810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2021Q4</a:t>
            </a:r>
            <a:endParaRPr lang="en-US" sz="1000"/>
          </a:p>
        </p:txBody>
      </p:sp>
      <p:sp>
        <p:nvSpPr>
          <p:cNvPr id="33" name="Text 30"/>
          <p:cNvSpPr txBox="1"/>
          <p:nvPr/>
        </p:nvSpPr>
        <p:spPr>
          <a:xfrm>
            <a:off x="6035040" y="2066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€75M</a:t>
            </a:r>
            <a:endParaRPr lang="en-US" sz="1500"/>
          </a:p>
        </p:txBody>
      </p:sp>
      <p:sp>
        <p:nvSpPr>
          <p:cNvPr id="34" name="Shape 31"/>
          <p:cNvSpPr/>
          <p:nvPr/>
        </p:nvSpPr>
        <p:spPr>
          <a:xfrm>
            <a:off x="6035040" y="2880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35" name="Text 32"/>
          <p:cNvSpPr txBox="1"/>
          <p:nvPr/>
        </p:nvSpPr>
        <p:spPr>
          <a:xfrm>
            <a:off x="6035040" y="2953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2021Q4</a:t>
            </a:r>
            <a:endParaRPr lang="en-US" sz="1000"/>
          </a:p>
        </p:txBody>
      </p:sp>
      <p:sp>
        <p:nvSpPr>
          <p:cNvPr id="36" name="Text 33"/>
          <p:cNvSpPr txBox="1"/>
          <p:nvPr/>
        </p:nvSpPr>
        <p:spPr>
          <a:xfrm>
            <a:off x="6035040" y="3209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€75M</a:t>
            </a:r>
            <a:endParaRPr lang="en-US" sz="1500"/>
          </a:p>
        </p:txBody>
      </p:sp>
      <p:sp>
        <p:nvSpPr>
          <p:cNvPr id="37" name="Shape 34"/>
          <p:cNvSpPr/>
          <p:nvPr/>
        </p:nvSpPr>
        <p:spPr>
          <a:xfrm>
            <a:off x="6949440" y="1737360"/>
            <a:ext cx="822960" cy="777240"/>
          </a:xfrm>
          <a:prstGeom prst="roundRect">
            <a:avLst>
              <a:gd name="adj" fmla="val 7059"/>
            </a:avLst>
          </a:prstGeom>
          <a:solidFill>
            <a:schemeClr val="bg1"/>
          </a:solidFill>
          <a:ln w="12700">
            <a:solidFill>
              <a:srgbClr val="8A9A94"/>
            </a:solidFill>
            <a:prstDash val="solid"/>
          </a:ln>
        </p:spPr>
        <p:txBody>
          <a:bodyPr/>
          <a:lstStyle/>
          <a:p>
            <a:endParaRPr lang="en-US"/>
          </a:p>
        </p:txBody>
      </p:sp>
      <p:sp>
        <p:nvSpPr>
          <p:cNvPr id="38" name="Text 35"/>
          <p:cNvSpPr txBox="1"/>
          <p:nvPr/>
        </p:nvSpPr>
        <p:spPr>
          <a:xfrm>
            <a:off x="6949440" y="1810512"/>
            <a:ext cx="822960" cy="201168"/>
          </a:xfrm>
          <a:prstGeom prst="rect">
            <a:avLst/>
          </a:prstGeom>
          <a:noFill/>
          <a:ln/>
        </p:spPr>
        <p:txBody>
          <a:bodyPr wrap="square" lIns="0" tIns="0" rIns="0" bIns="0" rtlCol="0" anchor="t"/>
          <a:lstStyle/>
          <a:p>
            <a:pPr marL="0" indent="0" algn="ctr">
              <a:buNone/>
            </a:pPr>
            <a:r>
              <a:rPr lang="en-US" sz="1000">
                <a:solidFill>
                  <a:srgbClr val="8A9A94"/>
                </a:solidFill>
              </a:rPr>
              <a:t>2022Q1</a:t>
            </a:r>
            <a:endParaRPr lang="en-US" sz="1000"/>
          </a:p>
        </p:txBody>
      </p:sp>
      <p:sp>
        <p:nvSpPr>
          <p:cNvPr id="39" name="Text 36"/>
          <p:cNvSpPr txBox="1"/>
          <p:nvPr/>
        </p:nvSpPr>
        <p:spPr>
          <a:xfrm>
            <a:off x="6949440" y="2066544"/>
            <a:ext cx="822960" cy="320040"/>
          </a:xfrm>
          <a:prstGeom prst="rect">
            <a:avLst/>
          </a:prstGeom>
          <a:noFill/>
          <a:ln/>
        </p:spPr>
        <p:txBody>
          <a:bodyPr wrap="square" lIns="0" tIns="0" rIns="0" bIns="0" rtlCol="0" anchor="t"/>
          <a:lstStyle/>
          <a:p>
            <a:pPr marL="0" indent="0" algn="ctr">
              <a:buNone/>
            </a:pPr>
            <a:r>
              <a:rPr lang="en-US" sz="1500" b="1">
                <a:solidFill>
                  <a:schemeClr val="tx1"/>
                </a:solidFill>
              </a:rPr>
              <a:t>–</a:t>
            </a:r>
            <a:endParaRPr lang="en-US" sz="1500"/>
          </a:p>
        </p:txBody>
      </p:sp>
      <p:sp>
        <p:nvSpPr>
          <p:cNvPr id="40" name="Shape 37"/>
          <p:cNvSpPr/>
          <p:nvPr/>
        </p:nvSpPr>
        <p:spPr>
          <a:xfrm>
            <a:off x="6949440" y="2880360"/>
            <a:ext cx="822960" cy="777240"/>
          </a:xfrm>
          <a:prstGeom prst="roundRect">
            <a:avLst>
              <a:gd name="adj" fmla="val 7059"/>
            </a:avLst>
          </a:prstGeom>
          <a:solidFill>
            <a:schemeClr val="bg1"/>
          </a:solidFill>
          <a:ln w="25400">
            <a:solidFill>
              <a:schemeClr val="accent2"/>
            </a:solidFill>
            <a:prstDash val="dash"/>
          </a:ln>
        </p:spPr>
        <p:txBody>
          <a:bodyPr/>
          <a:lstStyle/>
          <a:p>
            <a:endParaRPr lang="en-US"/>
          </a:p>
        </p:txBody>
      </p:sp>
      <p:sp>
        <p:nvSpPr>
          <p:cNvPr id="41" name="Text 38"/>
          <p:cNvSpPr txBox="1"/>
          <p:nvPr/>
        </p:nvSpPr>
        <p:spPr>
          <a:xfrm>
            <a:off x="6949440" y="2953512"/>
            <a:ext cx="822960" cy="201168"/>
          </a:xfrm>
          <a:prstGeom prst="rect">
            <a:avLst/>
          </a:prstGeom>
          <a:noFill/>
          <a:ln/>
        </p:spPr>
        <p:txBody>
          <a:bodyPr wrap="square" lIns="0" tIns="0" rIns="0" bIns="0" rtlCol="0" anchor="t"/>
          <a:lstStyle/>
          <a:p>
            <a:pPr marL="0" indent="0" algn="ctr">
              <a:buNone/>
            </a:pPr>
            <a:r>
              <a:rPr lang="en-US" sz="1000">
                <a:solidFill>
                  <a:srgbClr val="8A9A94"/>
                </a:solidFill>
              </a:rPr>
              <a:t>2022Q1</a:t>
            </a:r>
            <a:endParaRPr lang="en-US" sz="1000"/>
          </a:p>
        </p:txBody>
      </p:sp>
      <p:sp>
        <p:nvSpPr>
          <p:cNvPr id="42" name="Text 39"/>
          <p:cNvSpPr txBox="1"/>
          <p:nvPr/>
        </p:nvSpPr>
        <p:spPr>
          <a:xfrm>
            <a:off x="6949440" y="3209544"/>
            <a:ext cx="822960" cy="320040"/>
          </a:xfrm>
          <a:prstGeom prst="rect">
            <a:avLst/>
          </a:prstGeom>
          <a:noFill/>
          <a:ln/>
        </p:spPr>
        <p:txBody>
          <a:bodyPr wrap="square" lIns="0" tIns="0" rIns="0" bIns="0" rtlCol="0" anchor="t"/>
          <a:lstStyle/>
          <a:p>
            <a:pPr marL="0" indent="0" algn="ctr">
              <a:buNone/>
            </a:pPr>
            <a:r>
              <a:rPr lang="en-US" sz="1500" b="1">
                <a:solidFill>
                  <a:schemeClr val="tx1"/>
                </a:solidFill>
              </a:rPr>
              <a:t>€75M</a:t>
            </a:r>
            <a:endParaRPr lang="en-US" sz="1500"/>
          </a:p>
        </p:txBody>
      </p:sp>
      <p:sp>
        <p:nvSpPr>
          <p:cNvPr id="43" name="Shape 40"/>
          <p:cNvSpPr/>
          <p:nvPr/>
        </p:nvSpPr>
        <p:spPr>
          <a:xfrm>
            <a:off x="7863840" y="1737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44" name="Text 41"/>
          <p:cNvSpPr txBox="1"/>
          <p:nvPr/>
        </p:nvSpPr>
        <p:spPr>
          <a:xfrm>
            <a:off x="7863840" y="1810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2022Q2</a:t>
            </a:r>
            <a:endParaRPr lang="en-US" sz="1000"/>
          </a:p>
        </p:txBody>
      </p:sp>
      <p:sp>
        <p:nvSpPr>
          <p:cNvPr id="45" name="Text 42"/>
          <p:cNvSpPr txBox="1"/>
          <p:nvPr/>
        </p:nvSpPr>
        <p:spPr>
          <a:xfrm>
            <a:off x="7863840" y="2066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€85M</a:t>
            </a:r>
            <a:endParaRPr lang="en-US" sz="1500"/>
          </a:p>
        </p:txBody>
      </p:sp>
      <p:sp>
        <p:nvSpPr>
          <p:cNvPr id="46" name="Shape 43"/>
          <p:cNvSpPr/>
          <p:nvPr/>
        </p:nvSpPr>
        <p:spPr>
          <a:xfrm>
            <a:off x="7863840" y="2880360"/>
            <a:ext cx="822960" cy="777240"/>
          </a:xfrm>
          <a:prstGeom prst="roundRect">
            <a:avLst>
              <a:gd name="adj" fmla="val 7059"/>
            </a:avLst>
          </a:prstGeom>
          <a:solidFill>
            <a:schemeClr val="accent1"/>
          </a:solidFill>
          <a:ln w="12700">
            <a:solidFill>
              <a:schemeClr val="accent1"/>
            </a:solidFill>
            <a:prstDash val="solid"/>
          </a:ln>
        </p:spPr>
        <p:txBody>
          <a:bodyPr/>
          <a:lstStyle/>
          <a:p>
            <a:endParaRPr lang="en-US"/>
          </a:p>
        </p:txBody>
      </p:sp>
      <p:sp>
        <p:nvSpPr>
          <p:cNvPr id="47" name="Text 44"/>
          <p:cNvSpPr txBox="1"/>
          <p:nvPr/>
        </p:nvSpPr>
        <p:spPr>
          <a:xfrm>
            <a:off x="7863840" y="2953512"/>
            <a:ext cx="822960" cy="201168"/>
          </a:xfrm>
          <a:prstGeom prst="rect">
            <a:avLst/>
          </a:prstGeom>
          <a:noFill/>
          <a:ln/>
        </p:spPr>
        <p:txBody>
          <a:bodyPr wrap="square" lIns="0" tIns="0" rIns="0" bIns="0" rtlCol="0" anchor="t"/>
          <a:lstStyle/>
          <a:p>
            <a:pPr marL="0" indent="0" algn="ctr">
              <a:buNone/>
            </a:pPr>
            <a:r>
              <a:rPr lang="en-US" sz="1000">
                <a:solidFill>
                  <a:schemeClr val="accent6"/>
                </a:solidFill>
              </a:rPr>
              <a:t>2022Q2</a:t>
            </a:r>
            <a:endParaRPr lang="en-US" sz="1000"/>
          </a:p>
        </p:txBody>
      </p:sp>
      <p:sp>
        <p:nvSpPr>
          <p:cNvPr id="48" name="Text 45"/>
          <p:cNvSpPr txBox="1"/>
          <p:nvPr/>
        </p:nvSpPr>
        <p:spPr>
          <a:xfrm>
            <a:off x="7863840" y="3209544"/>
            <a:ext cx="822960" cy="320040"/>
          </a:xfrm>
          <a:prstGeom prst="rect">
            <a:avLst/>
          </a:prstGeom>
          <a:noFill/>
          <a:ln/>
        </p:spPr>
        <p:txBody>
          <a:bodyPr wrap="square" lIns="0" tIns="0" rIns="0" bIns="0" rtlCol="0" anchor="t"/>
          <a:lstStyle/>
          <a:p>
            <a:pPr marL="0" indent="0" algn="ctr">
              <a:buNone/>
            </a:pPr>
            <a:r>
              <a:rPr lang="en-US" sz="1500" b="1">
                <a:solidFill>
                  <a:schemeClr val="bg1"/>
                </a:solidFill>
              </a:rPr>
              <a:t>€85M</a:t>
            </a:r>
            <a:endParaRPr lang="en-US" sz="1500"/>
          </a:p>
        </p:txBody>
      </p:sp>
      <p:sp>
        <p:nvSpPr>
          <p:cNvPr id="49" name="Shape 46"/>
          <p:cNvSpPr/>
          <p:nvPr/>
        </p:nvSpPr>
        <p:spPr>
          <a:xfrm>
            <a:off x="457200" y="4160520"/>
            <a:ext cx="8229600" cy="457200"/>
          </a:xfrm>
          <a:prstGeom prst="roundRect">
            <a:avLst>
              <a:gd name="adj" fmla="val 16000"/>
            </a:avLst>
          </a:prstGeom>
          <a:solidFill>
            <a:schemeClr val="tx2"/>
          </a:solidFill>
          <a:ln w="12700">
            <a:solidFill>
              <a:schemeClr val="tx2"/>
            </a:solidFill>
            <a:prstDash val="solid"/>
          </a:ln>
        </p:spPr>
        <p:txBody>
          <a:bodyPr/>
          <a:lstStyle/>
          <a:p>
            <a:endParaRPr lang="en-US"/>
          </a:p>
        </p:txBody>
      </p:sp>
      <p:sp>
        <p:nvSpPr>
          <p:cNvPr id="50" name="Text 47"/>
          <p:cNvSpPr txBox="1"/>
          <p:nvPr/>
        </p:nvSpPr>
        <p:spPr>
          <a:xfrm>
            <a:off x="640080" y="4160520"/>
            <a:ext cx="5669280" cy="457200"/>
          </a:xfrm>
          <a:prstGeom prst="rect">
            <a:avLst/>
          </a:prstGeom>
          <a:noFill/>
          <a:ln/>
        </p:spPr>
        <p:txBody>
          <a:bodyPr wrap="square" lIns="0" tIns="0" rIns="0" bIns="0" rtlCol="0" anchor="ctr"/>
          <a:lstStyle/>
          <a:p>
            <a:pPr marL="0" indent="0">
              <a:buNone/>
            </a:pPr>
            <a:r>
              <a:rPr lang="en-US" sz="1300" b="1">
                <a:solidFill>
                  <a:schemeClr val="bg1"/>
                </a:solidFill>
              </a:rPr>
              <a:t>Result: 455 quarterly rows, 334 real and 121 filled (through 2024Q4)</a:t>
            </a:r>
            <a:endParaRPr lang="en-US" sz="1300"/>
          </a:p>
        </p:txBody>
      </p:sp>
      <p:sp>
        <p:nvSpPr>
          <p:cNvPr id="51" name="Text 48"/>
          <p:cNvSpPr txBox="1"/>
          <p:nvPr/>
        </p:nvSpPr>
        <p:spPr>
          <a:xfrm>
            <a:off x="6309360" y="4160520"/>
            <a:ext cx="2194560" cy="457200"/>
          </a:xfrm>
          <a:prstGeom prst="rect">
            <a:avLst/>
          </a:prstGeom>
          <a:noFill/>
          <a:ln/>
        </p:spPr>
        <p:txBody>
          <a:bodyPr wrap="square" lIns="0" tIns="0" rIns="0" bIns="0" rtlCol="0" anchor="ctr"/>
          <a:lstStyle/>
          <a:p>
            <a:pPr marL="0" indent="0" algn="r">
              <a:buNone/>
            </a:pPr>
            <a:r>
              <a:rPr lang="en-US" sz="1100">
                <a:solidFill>
                  <a:schemeClr val="accent6"/>
                </a:solidFill>
              </a:rPr>
              <a:t>Example player is illustrative</a:t>
            </a:r>
            <a:endParaRPr lang="en-US" sz="110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Market value path</a:t>
            </a:r>
            <a:endParaRPr lang="en-US" sz="3400"/>
          </a:p>
        </p:txBody>
      </p:sp>
      <p:pic>
        <p:nvPicPr>
          <p:cNvPr id="4" name="Image 0" descr="Market value paths of the 15 players, with a dashed line where the test period starts"/>
          <p:cNvPicPr>
            <a:picLocks noChangeAspect="1"/>
          </p:cNvPicPr>
          <p:nvPr/>
        </p:nvPicPr>
        <p:blipFill>
          <a:blip r:embed="rId3"/>
          <a:stretch>
            <a:fillRect/>
          </a:stretch>
        </p:blipFill>
        <p:spPr>
          <a:xfrm>
            <a:off x="2505110" y="1069848"/>
            <a:ext cx="4133780" cy="3410709"/>
          </a:xfrm>
          <a:prstGeom prst="rect">
            <a:avLst/>
          </a:prstGeom>
        </p:spPr>
      </p:pic>
      <p:sp>
        <p:nvSpPr>
          <p:cNvPr id="5" name="Text 1"/>
          <p:cNvSpPr txBox="1"/>
          <p:nvPr/>
        </p:nvSpPr>
        <p:spPr>
          <a:xfrm>
            <a:off x="457200" y="4526278"/>
            <a:ext cx="8229600" cy="228601"/>
          </a:xfrm>
          <a:prstGeom prst="rect">
            <a:avLst/>
          </a:prstGeom>
          <a:noFill/>
          <a:ln/>
        </p:spPr>
        <p:txBody>
          <a:bodyPr wrap="square" lIns="0" tIns="0" rIns="0" bIns="0" rtlCol="0" anchor="t"/>
          <a:lstStyle/>
          <a:p>
            <a:pPr marL="0" indent="0" algn="ctr">
              <a:spcAft>
                <a:spcPts val="200"/>
              </a:spcAft>
              <a:buNone/>
            </a:pPr>
            <a:r>
              <a:rPr lang="en-US" sz="1300" b="1">
                <a:solidFill>
                  <a:schemeClr val="tx1"/>
                </a:solidFill>
              </a:rPr>
              <a:t>Each line</a:t>
            </a:r>
            <a:r>
              <a:rPr lang="en-US" sz="1300">
                <a:solidFill>
                  <a:schemeClr val="tx1"/>
                </a:solidFill>
              </a:rPr>
              <a:t> is one player. </a:t>
            </a:r>
          </a:p>
          <a:p>
            <a:pPr marL="0" indent="0" algn="ctr">
              <a:spcAft>
                <a:spcPts val="200"/>
              </a:spcAft>
              <a:buNone/>
            </a:pPr>
            <a:r>
              <a:rPr lang="en-US" sz="1300" b="1">
                <a:solidFill>
                  <a:srgbClr val="1F77B4"/>
                </a:solidFill>
              </a:rPr>
              <a:t>Dashed line</a:t>
            </a:r>
            <a:r>
              <a:rPr lang="en-US" sz="1300">
                <a:solidFill>
                  <a:schemeClr val="tx1"/>
                </a:solidFill>
              </a:rPr>
              <a:t>: where testing starts (Jan 2023). </a:t>
            </a:r>
            <a:endParaRPr lang="en-US" sz="130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Aging curve and quarter of year</a:t>
            </a:r>
            <a:endParaRPr lang="en-US" sz="3400"/>
          </a:p>
        </p:txBody>
      </p:sp>
      <p:pic>
        <p:nvPicPr>
          <p:cNvPr id="4" name="Image 0" descr="Left: median market value by age. Right: average quarterly log-value change by quarter of the year."/>
          <p:cNvPicPr>
            <a:picLocks noChangeAspect="1"/>
          </p:cNvPicPr>
          <p:nvPr/>
        </p:nvPicPr>
        <p:blipFill>
          <a:blip r:embed="rId3"/>
          <a:stretch>
            <a:fillRect/>
          </a:stretch>
        </p:blipFill>
        <p:spPr>
          <a:xfrm>
            <a:off x="457200" y="1143000"/>
            <a:ext cx="8229600" cy="2808737"/>
          </a:xfrm>
          <a:prstGeom prst="rect">
            <a:avLst/>
          </a:prstGeom>
        </p:spPr>
      </p:pic>
      <p:sp>
        <p:nvSpPr>
          <p:cNvPr id="5" name="Text 1"/>
          <p:cNvSpPr txBox="1"/>
          <p:nvPr/>
        </p:nvSpPr>
        <p:spPr>
          <a:xfrm>
            <a:off x="548640" y="4114800"/>
            <a:ext cx="3840480" cy="640080"/>
          </a:xfrm>
          <a:prstGeom prst="rect">
            <a:avLst/>
          </a:prstGeom>
          <a:noFill/>
          <a:ln/>
        </p:spPr>
        <p:txBody>
          <a:bodyPr wrap="square" lIns="0" tIns="0" rIns="0" bIns="0" rtlCol="0" anchor="t"/>
          <a:lstStyle/>
          <a:p>
            <a:pPr marL="0" indent="0">
              <a:buNone/>
            </a:pPr>
            <a:r>
              <a:rPr lang="en-US" sz="1400" b="1">
                <a:solidFill>
                  <a:schemeClr val="tx1"/>
                </a:solidFill>
              </a:rPr>
              <a:t>Age range: </a:t>
            </a:r>
            <a:r>
              <a:rPr lang="en-US" sz="1400">
                <a:solidFill>
                  <a:schemeClr val="tx1"/>
                </a:solidFill>
              </a:rPr>
              <a:t>17.3–29.3</a:t>
            </a:r>
            <a:endParaRPr lang="en-US" sz="1400"/>
          </a:p>
        </p:txBody>
      </p:sp>
      <p:sp>
        <p:nvSpPr>
          <p:cNvPr id="6" name="Text 2"/>
          <p:cNvSpPr txBox="1"/>
          <p:nvPr/>
        </p:nvSpPr>
        <p:spPr>
          <a:xfrm>
            <a:off x="4754880" y="4114800"/>
            <a:ext cx="3931920" cy="640080"/>
          </a:xfrm>
          <a:prstGeom prst="rect">
            <a:avLst/>
          </a:prstGeom>
          <a:noFill/>
          <a:ln/>
        </p:spPr>
        <p:txBody>
          <a:bodyPr wrap="square" lIns="0" tIns="0" rIns="0" bIns="0" rtlCol="0" anchor="t"/>
          <a:lstStyle/>
          <a:p>
            <a:pPr marL="0" indent="0">
              <a:buNone/>
            </a:pPr>
            <a:r>
              <a:rPr lang="en-US" sz="1400" b="1">
                <a:solidFill>
                  <a:schemeClr val="tx1"/>
                </a:solidFill>
              </a:rPr>
              <a:t>Note: </a:t>
            </a:r>
            <a:r>
              <a:rPr lang="en-US" sz="1400">
                <a:solidFill>
                  <a:schemeClr val="tx1"/>
                </a:solidFill>
              </a:rPr>
              <a:t>quarter effects may partly reflect Transfermarkt update timing, not transfer-price seasonality.</a:t>
            </a:r>
            <a:endParaRPr lang="en-US" sz="140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Split summary</a:t>
            </a:r>
            <a:endParaRPr lang="en-US" sz="3400"/>
          </a:p>
        </p:txBody>
      </p:sp>
      <p:sp>
        <p:nvSpPr>
          <p:cNvPr id="4" name="output-card"/>
          <p:cNvSpPr/>
          <p:nvPr/>
        </p:nvSpPr>
        <p:spPr>
          <a:xfrm>
            <a:off x="457200" y="1371600"/>
            <a:ext cx="8229600" cy="3247420"/>
          </a:xfrm>
          <a:prstGeom prst="roundRect">
            <a:avLst>
              <a:gd name="adj" fmla="val 225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5" name="Image 0" descr="Notebook output: validation origins, main test, extra holdout with dates and roles; 335 training rows, 120 test rows, 15 players"/>
          <p:cNvPicPr>
            <a:picLocks noChangeAspect="1"/>
          </p:cNvPicPr>
          <p:nvPr/>
        </p:nvPicPr>
        <p:blipFill>
          <a:blip r:embed="rId3"/>
          <a:stretch>
            <a:fillRect/>
          </a:stretch>
        </p:blipFill>
        <p:spPr>
          <a:xfrm>
            <a:off x="822960" y="1554480"/>
            <a:ext cx="7498080" cy="28816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Candidate models: validation and test</a:t>
            </a:r>
            <a:endParaRPr lang="en-US" sz="340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3118104"/>
        </p:xfrm>
        <a:graphic>
          <a:graphicData uri="http://schemas.openxmlformats.org/drawingml/2006/table">
            <a:tbl>
              <a:tblPr/>
              <a:tblGrid>
                <a:gridCol w="30175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283464">
                <a:tc rowSpan="2">
                  <a:txBody>
                    <a:bodyPr/>
                    <a:lstStyle/>
                    <a:p>
                      <a:pPr marL="0" indent="0" algn="l">
                        <a:buNone/>
                      </a:pPr>
                      <a:r>
                        <a:rPr lang="en-US" sz="1200" b="1">
                          <a:solidFill>
                            <a:srgbClr val="FFFFFF"/>
                          </a:solidFill>
                        </a:rPr>
                        <a:t>Model</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gridSpan="3">
                  <a:txBody>
                    <a:bodyPr/>
                    <a:lstStyle/>
                    <a:p>
                      <a:pPr marL="0" indent="0" algn="ctr">
                        <a:buNone/>
                      </a:pPr>
                      <a:r>
                        <a:rPr lang="en-US" sz="1200" b="1">
                          <a:solidFill>
                            <a:srgbClr val="FFFFFF"/>
                          </a:solidFill>
                        </a:rPr>
                        <a:t>Validation</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1F7A4D"/>
                    </a:solidFill>
                  </a:tcPr>
                </a:tc>
                <a:tc hMerge="1">
                  <a:txBody>
                    <a:bodyPr/>
                    <a:lstStyle/>
                    <a:p>
                      <a:endParaRPr lang="en-US"/>
                    </a:p>
                  </a:txBody>
                  <a:tcPr/>
                </a:tc>
                <a:tc hMerge="1">
                  <a:txBody>
                    <a:bodyPr/>
                    <a:lstStyle/>
                    <a:p>
                      <a:endParaRPr lang="en-US"/>
                    </a:p>
                  </a:txBody>
                  <a:tcPr/>
                </a:tc>
                <a:tc gridSpan="3">
                  <a:txBody>
                    <a:bodyPr/>
                    <a:lstStyle/>
                    <a:p>
                      <a:pPr marL="0" indent="0" algn="ctr">
                        <a:buNone/>
                      </a:pPr>
                      <a:r>
                        <a:rPr lang="en-US" sz="1200" b="1">
                          <a:solidFill>
                            <a:srgbClr val="FFFFFF"/>
                          </a:solidFill>
                        </a:rPr>
                        <a:t>Test 2023–24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3464">
                <a:tc vMerge="1">
                  <a:txBody>
                    <a:bodyPr/>
                    <a:lstStyle/>
                    <a:p>
                      <a:endParaRPr lang="en-US"/>
                    </a:p>
                  </a:txBody>
                  <a:tcPr/>
                </a:tc>
                <a:tc>
                  <a:txBody>
                    <a:bodyPr/>
                    <a:lstStyle/>
                    <a:p>
                      <a:pPr marL="0" indent="0" algn="ctr">
                        <a:buNone/>
                      </a:pPr>
                      <a:r>
                        <a:rPr lang="en-US" sz="1100" b="1">
                          <a:solidFill>
                            <a:srgbClr val="14211C"/>
                          </a:solidFill>
                        </a:rPr>
                        <a:t>h=2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CE9E1"/>
                    </a:solidFill>
                  </a:tcPr>
                </a:tc>
                <a:tc>
                  <a:txBody>
                    <a:bodyPr/>
                    <a:lstStyle/>
                    <a:p>
                      <a:pPr marL="0" indent="0" algn="ctr">
                        <a:buNone/>
                      </a:pPr>
                      <a:r>
                        <a:rPr lang="en-US" sz="1100" b="1">
                          <a:solidFill>
                            <a:srgbClr val="14211C"/>
                          </a:solidFill>
                        </a:rPr>
                        <a:t>h=4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CE9E1"/>
                    </a:solidFill>
                  </a:tcPr>
                </a:tc>
                <a:tc>
                  <a:txBody>
                    <a:bodyPr/>
                    <a:lstStyle/>
                    <a:p>
                      <a:pPr marL="0" indent="0" algn="ctr">
                        <a:buNone/>
                      </a:pPr>
                      <a:r>
                        <a:rPr lang="en-US" sz="1100" b="1">
                          <a:solidFill>
                            <a:srgbClr val="14211C"/>
                          </a:solidFill>
                        </a:rPr>
                        <a:t>Avg</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CE9E1"/>
                    </a:solidFill>
                  </a:tcPr>
                </a:tc>
                <a:tc>
                  <a:txBody>
                    <a:bodyPr/>
                    <a:lstStyle/>
                    <a:p>
                      <a:pPr marL="0" indent="0" algn="ctr">
                        <a:buNone/>
                      </a:pPr>
                      <a:r>
                        <a:rPr lang="en-US" sz="1100" b="1">
                          <a:solidFill>
                            <a:srgbClr val="14211C"/>
                          </a:solidFill>
                        </a:rPr>
                        <a:t>h=2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tc>
                  <a:txBody>
                    <a:bodyPr/>
                    <a:lstStyle/>
                    <a:p>
                      <a:pPr marL="0" indent="0" algn="ctr">
                        <a:buNone/>
                      </a:pPr>
                      <a:r>
                        <a:rPr lang="en-US" sz="1100" b="1">
                          <a:solidFill>
                            <a:srgbClr val="14211C"/>
                          </a:solidFill>
                        </a:rPr>
                        <a:t>h=4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tc>
                  <a:txBody>
                    <a:bodyPr/>
                    <a:lstStyle/>
                    <a:p>
                      <a:pPr marL="0" indent="0" algn="ctr">
                        <a:buNone/>
                      </a:pPr>
                      <a:r>
                        <a:rPr lang="en-US" sz="1100" b="1">
                          <a:solidFill>
                            <a:srgbClr val="14211C"/>
                          </a:solidFill>
                        </a:rPr>
                        <a:t>Avg</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extLst>
                  <a:ext uri="{0D108BD9-81ED-4DB2-BD59-A6C34878D82A}">
                    <a16:rowId xmlns:a16="http://schemas.microsoft.com/office/drawing/2014/main" val="10001"/>
                  </a:ext>
                </a:extLst>
              </a:tr>
              <a:tr h="283464">
                <a:tc>
                  <a:txBody>
                    <a:bodyPr/>
                    <a:lstStyle/>
                    <a:p>
                      <a:pPr marL="0" indent="0">
                        <a:buNone/>
                      </a:pPr>
                      <a:r>
                        <a:rPr lang="en-US" sz="1200" b="1">
                          <a:solidFill>
                            <a:srgbClr val="14211C"/>
                          </a:solidFill>
                        </a:rPr>
                        <a:t>Damped Holt (selected)</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0.342</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0.505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0.424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0.243</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0.350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200" b="1">
                          <a:solidFill>
                            <a:srgbClr val="14211C"/>
                          </a:solidFill>
                        </a:rPr>
                        <a:t>0.297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extLst>
                  <a:ext uri="{0D108BD9-81ED-4DB2-BD59-A6C34878D82A}">
                    <a16:rowId xmlns:a16="http://schemas.microsoft.com/office/drawing/2014/main" val="10002"/>
                  </a:ext>
                </a:extLst>
              </a:tr>
              <a:tr h="283464">
                <a:tc>
                  <a:txBody>
                    <a:bodyPr/>
                    <a:lstStyle/>
                    <a:p>
                      <a:pPr marL="0" indent="0">
                        <a:buNone/>
                      </a:pPr>
                      <a:r>
                        <a:rPr lang="en-US" sz="1200">
                          <a:solidFill>
                            <a:srgbClr val="14211C"/>
                          </a:solidFill>
                        </a:rPr>
                        <a:t>SARIMAX</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0.343</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0.512</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0.427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0.256</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0.366</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0.311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1200">
                          <a:solidFill>
                            <a:srgbClr val="14211C"/>
                          </a:solidFill>
                        </a:rPr>
                        <a:t>Persistence (benchmark)</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0.352</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0.538</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0.445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0.285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0.470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0.377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1200">
                          <a:solidFill>
                            <a:srgbClr val="14211C"/>
                          </a:solidFill>
                        </a:rPr>
                        <a:t>Holt + age blend</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0.350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0.564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0.457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0.237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0.351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0.294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buNone/>
                      </a:pPr>
                      <a:r>
                        <a:rPr lang="en-US" sz="1200">
                          <a:solidFill>
                            <a:srgbClr val="14211C"/>
                          </a:solidFill>
                        </a:rPr>
                        <a:t>Holt, trend stops at zero-growth age</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0.349</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0.570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0.460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b="1">
                          <a:solidFill>
                            <a:srgbClr val="14211C"/>
                          </a:solidFill>
                        </a:rPr>
                        <a:t>0.234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0.357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0.295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464">
                <a:tc>
                  <a:txBody>
                    <a:bodyPr/>
                    <a:lstStyle/>
                    <a:p>
                      <a:pPr marL="0" indent="0">
                        <a:buNone/>
                      </a:pPr>
                      <a:r>
                        <a:rPr lang="en-US" sz="1200">
                          <a:solidFill>
                            <a:srgbClr val="14211C"/>
                          </a:solidFill>
                        </a:rPr>
                        <a:t>Holt</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0.359</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0.581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0.470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0.243</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b="1">
                          <a:solidFill>
                            <a:srgbClr val="14211C"/>
                          </a:solidFill>
                        </a:rPr>
                        <a:t>0.338</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b="1">
                          <a:solidFill>
                            <a:srgbClr val="14211C"/>
                          </a:solidFill>
                        </a:rPr>
                        <a:t>0.290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3464">
                <a:tc>
                  <a:txBody>
                    <a:bodyPr/>
                    <a:lstStyle/>
                    <a:p>
                      <a:pPr marL="0" indent="0">
                        <a:buNone/>
                      </a:pPr>
                      <a:r>
                        <a:rPr lang="en-US" sz="1200">
                          <a:solidFill>
                            <a:srgbClr val="14211C"/>
                          </a:solidFill>
                        </a:rPr>
                        <a:t>Pooled age drift</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0.371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0.599</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0.485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0.267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0.421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0.344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83464">
                <a:tc>
                  <a:txBody>
                    <a:bodyPr/>
                    <a:lstStyle/>
                    <a:p>
                      <a:pPr marL="0" indent="0">
                        <a:buNone/>
                      </a:pPr>
                      <a:r>
                        <a:rPr lang="en-US" sz="1200">
                          <a:solidFill>
                            <a:srgbClr val="14211C"/>
                          </a:solidFill>
                        </a:rPr>
                        <a:t>Damped Holt, log scale</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0.391</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0.599</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0.495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0.320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0.415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0.367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3464">
                <a:tc>
                  <a:txBody>
                    <a:bodyPr/>
                    <a:lstStyle/>
                    <a:p>
                      <a:pPr marL="0" indent="0">
                        <a:buNone/>
                      </a:pPr>
                      <a:r>
                        <a:rPr lang="en-US" sz="1200">
                          <a:solidFill>
                            <a:srgbClr val="14211C"/>
                          </a:solidFill>
                        </a:rPr>
                        <a:t>ARIMA per player, log scale</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0.434</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0.600</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0.517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0.309</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0.525</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200">
                          <a:solidFill>
                            <a:srgbClr val="14211C"/>
                          </a:solidFill>
                        </a:rPr>
                        <a:t>0.417</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Model performance</a:t>
            </a:r>
            <a:endParaRPr lang="en-US" sz="3400"/>
          </a:p>
        </p:txBody>
      </p:sp>
      <p:pic>
        <p:nvPicPr>
          <p:cNvPr id="4" name="Image 0" descr="Bar chart: model performance, validation versus 2023-2024 test, for five models"/>
          <p:cNvPicPr>
            <a:picLocks noChangeAspect="1"/>
          </p:cNvPicPr>
          <p:nvPr/>
        </p:nvPicPr>
        <p:blipFill>
          <a:blip r:embed="rId3"/>
          <a:stretch>
            <a:fillRect/>
          </a:stretch>
        </p:blipFill>
        <p:spPr>
          <a:xfrm>
            <a:off x="457200" y="1188720"/>
            <a:ext cx="8229600" cy="3390853"/>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00216"/>
            <a:ext cx="8229600" cy="1291587"/>
          </a:xfrm>
          <a:prstGeom prst="rect">
            <a:avLst/>
          </a:prstGeom>
          <a:noFill/>
          <a:ln/>
        </p:spPr>
        <p:txBody>
          <a:bodyPr wrap="square" lIns="0" tIns="0" rIns="0" bIns="0" rtlCol="0" anchor="ctr"/>
          <a:lstStyle/>
          <a:p>
            <a:pPr marL="0" indent="0" algn="l">
              <a:buNone/>
            </a:pPr>
            <a:r>
              <a:rPr lang="en-US" sz="3400" b="1">
                <a:solidFill>
                  <a:schemeClr val="tx2"/>
                </a:solidFill>
              </a:rPr>
              <a:t>Uncertainty band and 2025 holdout</a:t>
            </a:r>
            <a:endParaRPr lang="en-US" sz="3400"/>
          </a:p>
        </p:txBody>
      </p:sp>
      <p:sp>
        <p:nvSpPr>
          <p:cNvPr id="4" name="band-card"/>
          <p:cNvSpPr/>
          <p:nvPr/>
        </p:nvSpPr>
        <p:spPr>
          <a:xfrm>
            <a:off x="457192" y="1702818"/>
            <a:ext cx="2263148" cy="3326382"/>
          </a:xfrm>
          <a:prstGeom prst="roundRect">
            <a:avLst>
              <a:gd name="adj" fmla="val 15898"/>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5" name="Text 2"/>
          <p:cNvSpPr txBox="1"/>
          <p:nvPr/>
        </p:nvSpPr>
        <p:spPr>
          <a:xfrm>
            <a:off x="617220" y="1854038"/>
            <a:ext cx="2103120" cy="318515"/>
          </a:xfrm>
          <a:prstGeom prst="rect">
            <a:avLst/>
          </a:prstGeom>
          <a:noFill/>
          <a:ln/>
        </p:spPr>
        <p:txBody>
          <a:bodyPr wrap="square" lIns="0" tIns="0" rIns="0" bIns="0" rtlCol="0" anchor="t"/>
          <a:lstStyle/>
          <a:p>
            <a:pPr marL="0" indent="0">
              <a:buNone/>
            </a:pPr>
            <a:r>
              <a:rPr lang="en-US" sz="1600" b="1">
                <a:solidFill>
                  <a:schemeClr val="tx2"/>
                </a:solidFill>
              </a:rPr>
              <a:t>Uncertainty band</a:t>
            </a:r>
            <a:endParaRPr lang="en-US" sz="1600"/>
          </a:p>
        </p:txBody>
      </p:sp>
      <p:sp>
        <p:nvSpPr>
          <p:cNvPr id="6" name="Text 3"/>
          <p:cNvSpPr txBox="1"/>
          <p:nvPr/>
        </p:nvSpPr>
        <p:spPr>
          <a:xfrm>
            <a:off x="617220" y="2207040"/>
            <a:ext cx="2057400" cy="640128"/>
          </a:xfrm>
          <a:prstGeom prst="rect">
            <a:avLst/>
          </a:prstGeom>
          <a:noFill/>
          <a:ln/>
        </p:spPr>
        <p:txBody>
          <a:bodyPr wrap="square" lIns="0" tIns="0" rIns="0" bIns="0" rtlCol="0" anchor="t"/>
          <a:lstStyle/>
          <a:p>
            <a:pPr marL="0" indent="0">
              <a:buNone/>
            </a:pPr>
            <a:r>
              <a:rPr lang="en-US" sz="1300">
                <a:solidFill>
                  <a:schemeClr val="tx1"/>
                </a:solidFill>
              </a:rPr>
              <a:t>An 80% range around each forecast, built from the final model's validation errors.</a:t>
            </a:r>
            <a:endParaRPr lang="en-US" sz="1300"/>
          </a:p>
        </p:txBody>
      </p:sp>
      <p:sp>
        <p:nvSpPr>
          <p:cNvPr id="7" name="Text 4"/>
          <p:cNvSpPr txBox="1"/>
          <p:nvPr/>
        </p:nvSpPr>
        <p:spPr>
          <a:xfrm>
            <a:off x="640080" y="2844963"/>
            <a:ext cx="2103120" cy="403177"/>
          </a:xfrm>
          <a:prstGeom prst="rect">
            <a:avLst/>
          </a:prstGeom>
          <a:noFill/>
          <a:ln/>
        </p:spPr>
        <p:txBody>
          <a:bodyPr wrap="square" lIns="0" tIns="0" rIns="0" bIns="0" rtlCol="0" anchor="t"/>
          <a:lstStyle/>
          <a:p>
            <a:pPr marL="0" indent="0">
              <a:buNone/>
            </a:pPr>
            <a:r>
              <a:rPr lang="en-US" sz="2800" b="1">
                <a:solidFill>
                  <a:schemeClr val="accent1"/>
                </a:solidFill>
              </a:rPr>
              <a:t>93%</a:t>
            </a:r>
            <a:endParaRPr lang="en-US" sz="2800"/>
          </a:p>
        </p:txBody>
      </p:sp>
      <p:sp>
        <p:nvSpPr>
          <p:cNvPr id="8" name="Text 5"/>
          <p:cNvSpPr txBox="1"/>
          <p:nvPr/>
        </p:nvSpPr>
        <p:spPr>
          <a:xfrm>
            <a:off x="640080" y="3214134"/>
            <a:ext cx="2057400" cy="400971"/>
          </a:xfrm>
          <a:prstGeom prst="rect">
            <a:avLst/>
          </a:prstGeom>
          <a:noFill/>
          <a:ln/>
        </p:spPr>
        <p:txBody>
          <a:bodyPr wrap="square" lIns="0" tIns="0" rIns="0" bIns="0" rtlCol="0" anchor="t"/>
          <a:lstStyle/>
          <a:p>
            <a:pPr marL="0" indent="0">
              <a:buNone/>
            </a:pPr>
            <a:r>
              <a:rPr lang="en-US" sz="1100">
                <a:solidFill>
                  <a:schemeClr val="tx1"/>
                </a:solidFill>
              </a:rPr>
              <a:t>of 2023–24 test values fell inside the band</a:t>
            </a:r>
            <a:endParaRPr lang="en-US" sz="1100"/>
          </a:p>
        </p:txBody>
      </p:sp>
      <p:sp>
        <p:nvSpPr>
          <p:cNvPr id="9" name="Text 6"/>
          <p:cNvSpPr txBox="1"/>
          <p:nvPr/>
        </p:nvSpPr>
        <p:spPr>
          <a:xfrm>
            <a:off x="640080" y="3478274"/>
            <a:ext cx="2103120" cy="394044"/>
          </a:xfrm>
          <a:prstGeom prst="rect">
            <a:avLst/>
          </a:prstGeom>
          <a:noFill/>
          <a:ln/>
        </p:spPr>
        <p:txBody>
          <a:bodyPr wrap="square" lIns="0" tIns="0" rIns="0" bIns="0" rtlCol="0" anchor="t"/>
          <a:lstStyle/>
          <a:p>
            <a:pPr marL="0" indent="0">
              <a:buNone/>
            </a:pPr>
            <a:r>
              <a:rPr lang="en-US" sz="2800" b="1">
                <a:solidFill>
                  <a:schemeClr val="accent1"/>
                </a:solidFill>
              </a:rPr>
              <a:t>20 of 30</a:t>
            </a:r>
            <a:endParaRPr lang="en-US" sz="2800"/>
          </a:p>
        </p:txBody>
      </p:sp>
      <p:sp>
        <p:nvSpPr>
          <p:cNvPr id="10" name="Text 7"/>
          <p:cNvSpPr txBox="1"/>
          <p:nvPr/>
        </p:nvSpPr>
        <p:spPr>
          <a:xfrm>
            <a:off x="640080" y="3888748"/>
            <a:ext cx="2057400" cy="357451"/>
          </a:xfrm>
          <a:prstGeom prst="rect">
            <a:avLst/>
          </a:prstGeom>
          <a:noFill/>
          <a:ln/>
        </p:spPr>
        <p:txBody>
          <a:bodyPr wrap="square" lIns="0" tIns="0" rIns="0" bIns="0" rtlCol="0" anchor="t"/>
          <a:lstStyle/>
          <a:p>
            <a:r>
              <a:rPr lang="en-US" sz="1100">
                <a:solidFill>
                  <a:schemeClr val="tx1"/>
                </a:solidFill>
              </a:rPr>
              <a:t>2025 values fell inside the </a:t>
            </a:r>
            <a:r>
              <a:rPr lang="en-US" sz="1100"/>
              <a:t>band. all 10 misses were below it</a:t>
            </a: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017520" y="1188720"/>
          <a:ext cx="5669280" cy="3319272"/>
        </p:xfrm>
        <a:graphic>
          <a:graphicData uri="http://schemas.openxmlformats.org/drawingml/2006/table">
            <a:tbl>
              <a:tblPr/>
              <a:tblGrid>
                <a:gridCol w="25603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01752">
                <a:tc rowSpan="2">
                  <a:txBody>
                    <a:bodyPr/>
                    <a:lstStyle/>
                    <a:p>
                      <a:pPr marL="0" indent="0" algn="l">
                        <a:buNone/>
                      </a:pPr>
                      <a:r>
                        <a:rPr lang="en-US" sz="1200" b="1">
                          <a:solidFill>
                            <a:srgbClr val="FFFFFF"/>
                          </a:solidFill>
                        </a:rPr>
                        <a:t>Model</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gridSpan="4">
                  <a:txBody>
                    <a:bodyPr/>
                    <a:lstStyle/>
                    <a:p>
                      <a:pPr marL="0" indent="0" algn="ctr">
                        <a:buNone/>
                      </a:pPr>
                      <a:r>
                        <a:rPr lang="en-US" sz="1200" b="1">
                          <a:solidFill>
                            <a:srgbClr val="FFFFFF"/>
                          </a:solidFill>
                        </a:rPr>
                        <a:t>2025 holdout</a:t>
                      </a:r>
                      <a:endParaRPr lang="en-US" sz="12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1F7A4D"/>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1752">
                <a:tc vMerge="1">
                  <a:txBody>
                    <a:bodyPr/>
                    <a:lstStyle/>
                    <a:p>
                      <a:endParaRPr lang="en-US"/>
                    </a:p>
                  </a:txBody>
                  <a:tcPr/>
                </a:tc>
                <a:tc>
                  <a:txBody>
                    <a:bodyPr/>
                    <a:lstStyle/>
                    <a:p>
                      <a:pPr marL="0" indent="0" algn="ctr">
                        <a:buNone/>
                      </a:pPr>
                      <a:r>
                        <a:rPr lang="en-US" sz="1100" b="1">
                          <a:solidFill>
                            <a:srgbClr val="14211C"/>
                          </a:solidFill>
                        </a:rPr>
                        <a:t>h=2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tc>
                  <a:txBody>
                    <a:bodyPr/>
                    <a:lstStyle/>
                    <a:p>
                      <a:pPr marL="0" indent="0" algn="ctr">
                        <a:buNone/>
                      </a:pPr>
                      <a:r>
                        <a:rPr lang="en-US" sz="1100" b="1">
                          <a:solidFill>
                            <a:srgbClr val="14211C"/>
                          </a:solidFill>
                        </a:rPr>
                        <a:t>h=4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tc>
                  <a:txBody>
                    <a:bodyPr/>
                    <a:lstStyle/>
                    <a:p>
                      <a:pPr marL="0" indent="0" algn="ctr">
                        <a:buNone/>
                      </a:pPr>
                      <a:r>
                        <a:rPr lang="en-US" sz="1100" b="1">
                          <a:solidFill>
                            <a:srgbClr val="14211C"/>
                          </a:solidFill>
                        </a:rPr>
                        <a:t>Avg</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tc>
                  <a:txBody>
                    <a:bodyPr/>
                    <a:lstStyle/>
                    <a:p>
                      <a:pPr marL="0" indent="0" algn="ctr">
                        <a:buNone/>
                      </a:pPr>
                      <a:r>
                        <a:rPr lang="en-US" sz="1100" b="1">
                          <a:solidFill>
                            <a:srgbClr val="14211C"/>
                          </a:solidFill>
                        </a:rPr>
                        <a:t>MAE €M</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D5DDD9"/>
                    </a:solidFill>
                  </a:tcPr>
                </a:tc>
                <a:extLst>
                  <a:ext uri="{0D108BD9-81ED-4DB2-BD59-A6C34878D82A}">
                    <a16:rowId xmlns:a16="http://schemas.microsoft.com/office/drawing/2014/main" val="10001"/>
                  </a:ext>
                </a:extLst>
              </a:tr>
              <a:tr h="301752">
                <a:tc>
                  <a:txBody>
                    <a:bodyPr/>
                    <a:lstStyle/>
                    <a:p>
                      <a:pPr marL="0" indent="0">
                        <a:buNone/>
                      </a:pPr>
                      <a:r>
                        <a:rPr lang="en-US" sz="1100">
                          <a:solidFill>
                            <a:srgbClr val="14211C"/>
                          </a:solidFill>
                        </a:rPr>
                        <a:t>Pooled age drift</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a:solidFill>
                            <a:srgbClr val="14211C"/>
                          </a:solidFill>
                        </a:rPr>
                        <a:t>0.256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0.303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a:solidFill>
                            <a:srgbClr val="14211C"/>
                          </a:solidFill>
                        </a:rPr>
                        <a:t>0.279</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13.0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100">
                          <a:solidFill>
                            <a:srgbClr val="14211C"/>
                          </a:solidFill>
                        </a:rPr>
                        <a:t>Holt + age blend</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0.273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a:solidFill>
                            <a:srgbClr val="14211C"/>
                          </a:solidFill>
                        </a:rPr>
                        <a:t>0.295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0.284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b="1">
                          <a:solidFill>
                            <a:srgbClr val="14211C"/>
                          </a:solidFill>
                        </a:rPr>
                        <a:t>12.7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100">
                          <a:solidFill>
                            <a:srgbClr val="14211C"/>
                          </a:solidFill>
                        </a:rPr>
                        <a:t>ARIMA per player, log scale</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0.297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0.348</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14.1</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100">
                          <a:solidFill>
                            <a:srgbClr val="14211C"/>
                          </a:solidFill>
                        </a:rPr>
                        <a:t>Persistence (benchmark)</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0.302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0.350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13.5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100">
                          <a:solidFill>
                            <a:srgbClr val="14211C"/>
                          </a:solidFill>
                        </a:rPr>
                        <a:t>Holt</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0.300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0.353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13.8</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100" b="1">
                          <a:solidFill>
                            <a:srgbClr val="14211C"/>
                          </a:solidFill>
                        </a:rPr>
                        <a:t>Damped Holt (selected)</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100" b="1">
                          <a:solidFill>
                            <a:srgbClr val="14211C"/>
                          </a:solidFill>
                        </a:rPr>
                        <a:t>0.308</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100" b="1">
                          <a:solidFill>
                            <a:srgbClr val="14211C"/>
                          </a:solidFill>
                        </a:rPr>
                        <a:t>0.361</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100" b="1">
                          <a:solidFill>
                            <a:srgbClr val="14211C"/>
                          </a:solidFill>
                        </a:rPr>
                        <a:t>0.335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tc>
                  <a:txBody>
                    <a:bodyPr/>
                    <a:lstStyle/>
                    <a:p>
                      <a:pPr marL="0" indent="0" algn="ctr">
                        <a:buNone/>
                      </a:pPr>
                      <a:r>
                        <a:rPr lang="en-US" sz="1100" b="1">
                          <a:solidFill>
                            <a:srgbClr val="14211C"/>
                          </a:solidFill>
                        </a:rPr>
                        <a:t>14.1</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8E3A3"/>
                    </a:solidFill>
                  </a:tcPr>
                </a:tc>
                <a:extLst>
                  <a:ext uri="{0D108BD9-81ED-4DB2-BD59-A6C34878D82A}">
                    <a16:rowId xmlns:a16="http://schemas.microsoft.com/office/drawing/2014/main" val="10007"/>
                  </a:ext>
                </a:extLst>
              </a:tr>
              <a:tr h="301752">
                <a:tc>
                  <a:txBody>
                    <a:bodyPr/>
                    <a:lstStyle/>
                    <a:p>
                      <a:pPr marL="0" indent="0">
                        <a:buNone/>
                      </a:pPr>
                      <a:r>
                        <a:rPr lang="en-US" sz="1100">
                          <a:solidFill>
                            <a:srgbClr val="14211C"/>
                          </a:solidFill>
                        </a:rPr>
                        <a:t>Holt, trend stops at zero-growth age</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0.299</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0.372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0.336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14.3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1100">
                          <a:solidFill>
                            <a:srgbClr val="14211C"/>
                          </a:solidFill>
                        </a:rPr>
                        <a:t>SARIMAX</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0.389</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0.356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15.2</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1100">
                          <a:solidFill>
                            <a:srgbClr val="14211C"/>
                          </a:solidFill>
                        </a:rPr>
                        <a:t>Damped Holt, log scale</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0.346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0.455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0.400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18.3</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12</a:t>
            </a:fld>
            <a:endParaRPr lang="en-US"/>
          </a:p>
        </p:txBody>
      </p:sp>
      <p:sp>
        <p:nvSpPr>
          <p:cNvPr id="14" name="y25-stat-0">
            <a:extLst>
              <a:ext uri="{FF2B5EF4-FFF2-40B4-BE49-F238E27FC236}">
                <a16:creationId xmlns:a16="http://schemas.microsoft.com/office/drawing/2014/main" id="{9AE0B941-BC43-B4F3-024A-F837506162F6}"/>
              </a:ext>
            </a:extLst>
          </p:cNvPr>
          <p:cNvSpPr/>
          <p:nvPr/>
        </p:nvSpPr>
        <p:spPr>
          <a:xfrm>
            <a:off x="457192" y="745353"/>
            <a:ext cx="1988828" cy="904068"/>
          </a:xfrm>
          <a:prstGeom prst="roundRect">
            <a:avLst>
              <a:gd name="adj" fmla="val 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3">
            <a:extLst>
              <a:ext uri="{FF2B5EF4-FFF2-40B4-BE49-F238E27FC236}">
                <a16:creationId xmlns:a16="http://schemas.microsoft.com/office/drawing/2014/main" id="{E264FD06-5825-E869-CE2E-33B5A0BA0AAC}"/>
              </a:ext>
            </a:extLst>
          </p:cNvPr>
          <p:cNvSpPr txBox="1"/>
          <p:nvPr/>
        </p:nvSpPr>
        <p:spPr>
          <a:xfrm rot="10800000" flipV="1">
            <a:off x="525776" y="762469"/>
            <a:ext cx="2217424" cy="408006"/>
          </a:xfrm>
          <a:prstGeom prst="rect">
            <a:avLst/>
          </a:prstGeom>
          <a:noFill/>
          <a:ln/>
        </p:spPr>
        <p:txBody>
          <a:bodyPr wrap="square" lIns="0" tIns="0" rIns="0" bIns="0" rtlCol="0" anchor="t"/>
          <a:lstStyle/>
          <a:p>
            <a:pPr marL="0" indent="0">
              <a:buNone/>
            </a:pPr>
            <a:r>
              <a:rPr lang="en-US" sz="2800" b="1">
                <a:solidFill>
                  <a:schemeClr val="accent1"/>
                </a:solidFill>
              </a:rPr>
              <a:t>11 of 15</a:t>
            </a:r>
            <a:endParaRPr lang="en-US" sz="2800"/>
          </a:p>
        </p:txBody>
      </p:sp>
      <p:sp>
        <p:nvSpPr>
          <p:cNvPr id="16" name="Text 4">
            <a:extLst>
              <a:ext uri="{FF2B5EF4-FFF2-40B4-BE49-F238E27FC236}">
                <a16:creationId xmlns:a16="http://schemas.microsoft.com/office/drawing/2014/main" id="{0A38563A-EFAD-5571-0091-4A8A63EB80D8}"/>
              </a:ext>
            </a:extLst>
          </p:cNvPr>
          <p:cNvSpPr txBox="1"/>
          <p:nvPr/>
        </p:nvSpPr>
        <p:spPr>
          <a:xfrm>
            <a:off x="457192" y="1233083"/>
            <a:ext cx="1988829" cy="381851"/>
          </a:xfrm>
          <a:prstGeom prst="rect">
            <a:avLst/>
          </a:prstGeom>
          <a:noFill/>
          <a:ln/>
        </p:spPr>
        <p:txBody>
          <a:bodyPr wrap="square" lIns="0" tIns="0" rIns="0" bIns="0" rtlCol="0" anchor="t"/>
          <a:lstStyle/>
          <a:p>
            <a:pPr marL="0" indent="0">
              <a:buNone/>
            </a:pPr>
            <a:r>
              <a:rPr lang="en-US" sz="1100">
                <a:solidFill>
                  <a:schemeClr val="tx1"/>
                </a:solidFill>
              </a:rPr>
              <a:t>players lost value by 2025Q4 (median change −25%)</a:t>
            </a:r>
            <a:endParaRPr lang="en-US" sz="1100"/>
          </a:p>
        </p:txBody>
      </p:sp>
      <p:sp>
        <p:nvSpPr>
          <p:cNvPr id="17" name="Text 9">
            <a:extLst>
              <a:ext uri="{FF2B5EF4-FFF2-40B4-BE49-F238E27FC236}">
                <a16:creationId xmlns:a16="http://schemas.microsoft.com/office/drawing/2014/main" id="{59A3C44D-4EC3-CCE3-776F-31F51DB2E170}"/>
              </a:ext>
            </a:extLst>
          </p:cNvPr>
          <p:cNvSpPr txBox="1"/>
          <p:nvPr/>
        </p:nvSpPr>
        <p:spPr>
          <a:xfrm rot="10800000" flipV="1">
            <a:off x="640080" y="4196558"/>
            <a:ext cx="1755159" cy="403177"/>
          </a:xfrm>
          <a:prstGeom prst="rect">
            <a:avLst/>
          </a:prstGeom>
          <a:noFill/>
          <a:ln/>
        </p:spPr>
        <p:txBody>
          <a:bodyPr wrap="square" lIns="0" tIns="0" rIns="0" bIns="0" rtlCol="0" anchor="t"/>
          <a:lstStyle/>
          <a:p>
            <a:pPr marL="0" indent="0">
              <a:buNone/>
            </a:pPr>
            <a:r>
              <a:rPr lang="en-US" sz="2800" b="1">
                <a:solidFill>
                  <a:schemeClr val="accent1"/>
                </a:solidFill>
              </a:rPr>
              <a:t>13 of 30</a:t>
            </a:r>
            <a:endParaRPr lang="en-US" sz="2800"/>
          </a:p>
        </p:txBody>
      </p:sp>
      <p:sp>
        <p:nvSpPr>
          <p:cNvPr id="18" name="Text 10">
            <a:extLst>
              <a:ext uri="{FF2B5EF4-FFF2-40B4-BE49-F238E27FC236}">
                <a16:creationId xmlns:a16="http://schemas.microsoft.com/office/drawing/2014/main" id="{4D79B04C-7B45-FB96-BF6E-105FB3C4F51F}"/>
              </a:ext>
            </a:extLst>
          </p:cNvPr>
          <p:cNvSpPr txBox="1"/>
          <p:nvPr/>
        </p:nvSpPr>
        <p:spPr>
          <a:xfrm>
            <a:off x="640080" y="4599734"/>
            <a:ext cx="2057400" cy="445895"/>
          </a:xfrm>
          <a:prstGeom prst="rect">
            <a:avLst/>
          </a:prstGeom>
          <a:noFill/>
          <a:ln/>
        </p:spPr>
        <p:txBody>
          <a:bodyPr wrap="square" lIns="0" tIns="0" rIns="0" bIns="0" rtlCol="0" anchor="t"/>
          <a:lstStyle/>
          <a:p>
            <a:pPr marL="0" indent="0">
              <a:buNone/>
            </a:pPr>
            <a:r>
              <a:rPr lang="en-US" sz="1100">
                <a:solidFill>
                  <a:schemeClr val="tx1"/>
                </a:solidFill>
              </a:rPr>
              <a:t>player-horizon forecasts where the final model beat persistence</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Performance across all three periods</a:t>
            </a:r>
            <a:endParaRPr lang="en-US" sz="3400"/>
          </a:p>
        </p:txBody>
      </p:sp>
      <p:pic>
        <p:nvPicPr>
          <p:cNvPr id="4" name="Image 0" descr="Bar chart: no model wins in every market period; five models across validation, test and 2025 holdout"/>
          <p:cNvPicPr>
            <a:picLocks noChangeAspect="1"/>
          </p:cNvPicPr>
          <p:nvPr/>
        </p:nvPicPr>
        <p:blipFill>
          <a:blip r:embed="rId3"/>
          <a:stretch>
            <a:fillRect/>
          </a:stretch>
        </p:blipFill>
        <p:spPr>
          <a:xfrm>
            <a:off x="822960" y="1097280"/>
            <a:ext cx="7498080" cy="1819481"/>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8046720" cy="1618488"/>
        </p:xfrm>
        <a:graphic>
          <a:graphicData uri="http://schemas.openxmlformats.org/drawingml/2006/table">
            <a:tbl>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lgn="l">
                        <a:buNone/>
                      </a:pPr>
                      <a:r>
                        <a:rPr lang="en-US" sz="1100" b="1">
                          <a:solidFill>
                            <a:srgbClr val="FFFFFF"/>
                          </a:solidFill>
                        </a:rPr>
                        <a:t>model</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a:txBody>
                    <a:bodyPr/>
                    <a:lstStyle/>
                    <a:p>
                      <a:pPr marL="0" indent="0" algn="ctr">
                        <a:buNone/>
                      </a:pPr>
                      <a:r>
                        <a:rPr lang="en-US" sz="1100" b="1">
                          <a:solidFill>
                            <a:srgbClr val="FFFFFF"/>
                          </a:solidFill>
                        </a:rPr>
                        <a:t>Validation (2020–2022 origins)</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a:txBody>
                    <a:bodyPr/>
                    <a:lstStyle/>
                    <a:p>
                      <a:pPr marL="0" indent="0" algn="ctr">
                        <a:buNone/>
                      </a:pPr>
                      <a:r>
                        <a:rPr lang="en-US" sz="1100" b="1">
                          <a:solidFill>
                            <a:srgbClr val="FFFFFF"/>
                          </a:solidFill>
                        </a:rPr>
                        <a:t>Test (2023–2024)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tc>
                  <a:txBody>
                    <a:bodyPr/>
                    <a:lstStyle/>
                    <a:p>
                      <a:pPr marL="0" indent="0" algn="ctr">
                        <a:buNone/>
                      </a:pPr>
                      <a:r>
                        <a:rPr lang="en-US" sz="1100" b="1">
                          <a:solidFill>
                            <a:srgbClr val="FFFFFF"/>
                          </a:solidFill>
                        </a:rPr>
                        <a:t>2025 holdout</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0B3D2E"/>
                    </a:solidFill>
                  </a:tcPr>
                </a:tc>
                <a:extLst>
                  <a:ext uri="{0D108BD9-81ED-4DB2-BD59-A6C34878D82A}">
                    <a16:rowId xmlns:a16="http://schemas.microsoft.com/office/drawing/2014/main" val="10000"/>
                  </a:ext>
                </a:extLst>
              </a:tr>
              <a:tr h="246888">
                <a:tc>
                  <a:txBody>
                    <a:bodyPr/>
                    <a:lstStyle/>
                    <a:p>
                      <a:pPr marL="0" indent="0" algn="l">
                        <a:buNone/>
                      </a:pPr>
                      <a:r>
                        <a:rPr lang="en-US" sz="1100">
                          <a:solidFill>
                            <a:srgbClr val="14211C"/>
                          </a:solidFill>
                        </a:rPr>
                        <a:t>Persistence</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0.445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0.377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0.326</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100">
                          <a:solidFill>
                            <a:srgbClr val="14211C"/>
                          </a:solidFill>
                        </a:rPr>
                        <a:t>Holt, € scale (Track A)</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0.470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0.290</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0.327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l">
                        <a:buNone/>
                      </a:pPr>
                      <a:r>
                        <a:rPr lang="en-US" sz="1100">
                          <a:solidFill>
                            <a:srgbClr val="14211C"/>
                          </a:solidFill>
                        </a:rPr>
                        <a:t>Pooled age drift, log scale (Track B)</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0.485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0.344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0.279</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100">
                          <a:solidFill>
                            <a:srgbClr val="14211C"/>
                          </a:solidFill>
                        </a:rPr>
                        <a:t>Holt damped, € scale (combination)</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0.424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0.297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0.335</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lgn="l">
                        <a:buNone/>
                      </a:pPr>
                      <a:r>
                        <a:rPr lang="en-US" sz="1100">
                          <a:solidFill>
                            <a:srgbClr val="14211C"/>
                          </a:solidFill>
                        </a:rPr>
                        <a:t>Average of € Holt and pooled age drift (combination)</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0.457</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0.294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marL="0" indent="0" algn="ctr">
                        <a:buNone/>
                      </a:pPr>
                      <a:r>
                        <a:rPr lang="en-US" sz="1100">
                          <a:solidFill>
                            <a:srgbClr val="14211C"/>
                          </a:solidFill>
                        </a:rPr>
                        <a:t>0.284</a:t>
                      </a:r>
                      <a:endParaRPr lang="en-US" sz="1100"/>
                    </a:p>
                  </a:txBody>
                  <a:tcPr marT="0" marB="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a:solidFill>
                  <a:srgbClr val="0A3D2E"/>
                </a:solidFill>
                <a:latin typeface="Cambria" pitchFamily="34" charset="0"/>
                <a:ea typeface="Cambria" pitchFamily="34" charset="-122"/>
                <a:cs typeface="Cambria" pitchFamily="34" charset="-120"/>
              </a:rPr>
              <a:t>Limitations &amp; next steps</a:t>
            </a:r>
            <a:endParaRPr lang="en-US" sz="2800"/>
          </a:p>
        </p:txBody>
      </p:sp>
      <p:sp>
        <p:nvSpPr>
          <p:cNvPr id="3" name="Text 1"/>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100">
                <a:solidFill>
                  <a:srgbClr val="6B7C74"/>
                </a:solidFill>
                <a:latin typeface="Calibri" pitchFamily="34" charset="0"/>
                <a:ea typeface="Calibri" pitchFamily="34" charset="-122"/>
                <a:cs typeface="Calibri" pitchFamily="34" charset="-120"/>
              </a:rPr>
              <a:t>14</a:t>
            </a:r>
          </a:p>
        </p:txBody>
      </p:sp>
      <p:sp>
        <p:nvSpPr>
          <p:cNvPr id="20" name="Shape 18"/>
          <p:cNvSpPr/>
          <p:nvPr/>
        </p:nvSpPr>
        <p:spPr>
          <a:xfrm>
            <a:off x="457200" y="868680"/>
            <a:ext cx="1965960" cy="2697480"/>
          </a:xfrm>
          <a:prstGeom prst="roundRect">
            <a:avLst>
              <a:gd name="adj" fmla="val 3721"/>
            </a:avLst>
          </a:prstGeom>
          <a:solidFill>
            <a:srgbClr val="FFFFFF"/>
          </a:solidFill>
          <a:ln w="9525">
            <a:solidFill>
              <a:srgbClr val="D5E0DA"/>
            </a:solidFill>
            <a:prstDash val="solid"/>
          </a:ln>
        </p:spPr>
        <p:txBody>
          <a:bodyPr/>
          <a:lstStyle/>
          <a:p>
            <a:endParaRPr lang="en-US"/>
          </a:p>
        </p:txBody>
      </p:sp>
      <p:sp>
        <p:nvSpPr>
          <p:cNvPr id="21" name="Shape 19"/>
          <p:cNvSpPr/>
          <p:nvPr/>
        </p:nvSpPr>
        <p:spPr>
          <a:xfrm>
            <a:off x="566928" y="960120"/>
            <a:ext cx="329184" cy="329184"/>
          </a:xfrm>
          <a:prstGeom prst="ellipse">
            <a:avLst/>
          </a:prstGeom>
          <a:solidFill>
            <a:srgbClr val="F2A900"/>
          </a:solidFill>
          <a:ln w="12700">
            <a:solidFill>
              <a:srgbClr val="F2A900"/>
            </a:solidFill>
            <a:prstDash val="solid"/>
          </a:ln>
        </p:spPr>
        <p:txBody>
          <a:bodyPr/>
          <a:lstStyle/>
          <a:p>
            <a:endParaRPr lang="en-US"/>
          </a:p>
        </p:txBody>
      </p:sp>
      <p:sp>
        <p:nvSpPr>
          <p:cNvPr id="22" name="Text 20"/>
          <p:cNvSpPr txBox="1"/>
          <p:nvPr/>
        </p:nvSpPr>
        <p:spPr>
          <a:xfrm>
            <a:off x="566928" y="960120"/>
            <a:ext cx="329184" cy="329184"/>
          </a:xfrm>
          <a:prstGeom prst="rect">
            <a:avLst/>
          </a:prstGeom>
          <a:noFill/>
          <a:ln/>
        </p:spPr>
        <p:txBody>
          <a:bodyPr wrap="square" lIns="0" tIns="0" rIns="0" bIns="0" rtlCol="0" anchor="ctr"/>
          <a:lstStyle/>
          <a:p>
            <a:pPr marL="0" indent="0" algn="ctr">
              <a:buNone/>
            </a:pPr>
            <a:r>
              <a:rPr lang="en-US" sz="1400" b="1">
                <a:solidFill>
                  <a:srgbClr val="0A3D2E"/>
                </a:solidFill>
                <a:latin typeface="Cambria" pitchFamily="34" charset="0"/>
                <a:ea typeface="Cambria" pitchFamily="34" charset="-122"/>
                <a:cs typeface="Cambria" pitchFamily="34" charset="-120"/>
              </a:rPr>
              <a:t>1</a:t>
            </a:r>
            <a:endParaRPr lang="en-US" sz="1400"/>
          </a:p>
        </p:txBody>
      </p:sp>
      <p:sp>
        <p:nvSpPr>
          <p:cNvPr id="23" name="Text 21"/>
          <p:cNvSpPr txBox="1"/>
          <p:nvPr/>
        </p:nvSpPr>
        <p:spPr>
          <a:xfrm>
            <a:off x="566928" y="1371600"/>
            <a:ext cx="1755648" cy="502920"/>
          </a:xfrm>
          <a:prstGeom prst="rect">
            <a:avLst/>
          </a:prstGeom>
          <a:noFill/>
          <a:ln/>
        </p:spPr>
        <p:txBody>
          <a:bodyPr wrap="square" lIns="0" tIns="0" rIns="0" bIns="0" rtlCol="0" anchor="t"/>
          <a:lstStyle/>
          <a:p>
            <a:pPr marL="0" indent="0">
              <a:buNone/>
            </a:pPr>
            <a:r>
              <a:rPr lang="en-US" sz="1250" b="1">
                <a:solidFill>
                  <a:srgbClr val="0A3D2E"/>
                </a:solidFill>
                <a:latin typeface="Cambria" pitchFamily="34" charset="0"/>
                <a:ea typeface="Cambria" pitchFamily="34" charset="-122"/>
                <a:cs typeface="Cambria" pitchFamily="34" charset="-120"/>
              </a:rPr>
              <a:t>SMALL, SELECTIVE SAMPLE</a:t>
            </a:r>
            <a:endParaRPr lang="en-US" sz="1250"/>
          </a:p>
        </p:txBody>
      </p:sp>
      <p:sp>
        <p:nvSpPr>
          <p:cNvPr id="24" name="Text 22"/>
          <p:cNvSpPr txBox="1"/>
          <p:nvPr/>
        </p:nvSpPr>
        <p:spPr>
          <a:xfrm>
            <a:off x="566928" y="1920240"/>
            <a:ext cx="1755648" cy="1600200"/>
          </a:xfrm>
          <a:prstGeom prst="rect">
            <a:avLst/>
          </a:prstGeom>
          <a:noFill/>
          <a:ln/>
        </p:spPr>
        <p:txBody>
          <a:bodyPr wrap="square" lIns="0" tIns="0" rIns="0" bIns="0" rtlCol="0" anchor="t"/>
          <a:lstStyle/>
          <a:p>
            <a:pPr marL="0" indent="0">
              <a:buNone/>
            </a:pPr>
            <a:r>
              <a:rPr lang="en-US" sz="1150">
                <a:solidFill>
                  <a:srgbClr val="1B2A24"/>
                </a:solidFill>
                <a:latin typeface="Calibri" pitchFamily="34" charset="0"/>
                <a:ea typeface="Calibri" pitchFamily="34" charset="-122"/>
                <a:cs typeface="Calibri" pitchFamily="34" charset="-120"/>
              </a:rPr>
              <a:t>Only 15 well-covered players, chosen for long histories. Results may not hold for younger, lower-value or recently transferred players.</a:t>
            </a:r>
            <a:endParaRPr lang="en-US" sz="1150"/>
          </a:p>
        </p:txBody>
      </p:sp>
      <p:sp>
        <p:nvSpPr>
          <p:cNvPr id="25" name="Shape 23"/>
          <p:cNvSpPr/>
          <p:nvPr/>
        </p:nvSpPr>
        <p:spPr>
          <a:xfrm>
            <a:off x="2542032" y="868680"/>
            <a:ext cx="1965960" cy="2697480"/>
          </a:xfrm>
          <a:prstGeom prst="roundRect">
            <a:avLst>
              <a:gd name="adj" fmla="val 3721"/>
            </a:avLst>
          </a:prstGeom>
          <a:solidFill>
            <a:srgbClr val="FFFFFF"/>
          </a:solidFill>
          <a:ln w="9525">
            <a:solidFill>
              <a:srgbClr val="D5E0DA"/>
            </a:solidFill>
            <a:prstDash val="solid"/>
          </a:ln>
        </p:spPr>
        <p:txBody>
          <a:bodyPr/>
          <a:lstStyle/>
          <a:p>
            <a:endParaRPr lang="en-US"/>
          </a:p>
        </p:txBody>
      </p:sp>
      <p:sp>
        <p:nvSpPr>
          <p:cNvPr id="26" name="Shape 24"/>
          <p:cNvSpPr/>
          <p:nvPr/>
        </p:nvSpPr>
        <p:spPr>
          <a:xfrm>
            <a:off x="2651760" y="960120"/>
            <a:ext cx="329184" cy="329184"/>
          </a:xfrm>
          <a:prstGeom prst="ellipse">
            <a:avLst/>
          </a:prstGeom>
          <a:solidFill>
            <a:srgbClr val="F2A900"/>
          </a:solidFill>
          <a:ln w="12700">
            <a:solidFill>
              <a:srgbClr val="F2A900"/>
            </a:solidFill>
            <a:prstDash val="solid"/>
          </a:ln>
        </p:spPr>
        <p:txBody>
          <a:bodyPr/>
          <a:lstStyle/>
          <a:p>
            <a:endParaRPr lang="en-US"/>
          </a:p>
        </p:txBody>
      </p:sp>
      <p:sp>
        <p:nvSpPr>
          <p:cNvPr id="27" name="Text 25"/>
          <p:cNvSpPr txBox="1"/>
          <p:nvPr/>
        </p:nvSpPr>
        <p:spPr>
          <a:xfrm>
            <a:off x="2651760" y="960120"/>
            <a:ext cx="329184" cy="329184"/>
          </a:xfrm>
          <a:prstGeom prst="rect">
            <a:avLst/>
          </a:prstGeom>
          <a:noFill/>
          <a:ln/>
        </p:spPr>
        <p:txBody>
          <a:bodyPr wrap="square" lIns="0" tIns="0" rIns="0" bIns="0" rtlCol="0" anchor="ctr"/>
          <a:lstStyle/>
          <a:p>
            <a:pPr marL="0" indent="0" algn="ctr">
              <a:buNone/>
            </a:pPr>
            <a:r>
              <a:rPr lang="en-US" sz="1400" b="1">
                <a:solidFill>
                  <a:srgbClr val="0A3D2E"/>
                </a:solidFill>
                <a:latin typeface="Cambria" pitchFamily="34" charset="0"/>
                <a:ea typeface="Cambria" pitchFamily="34" charset="-122"/>
                <a:cs typeface="Cambria" pitchFamily="34" charset="-120"/>
              </a:rPr>
              <a:t>2</a:t>
            </a:r>
            <a:endParaRPr lang="en-US" sz="1400"/>
          </a:p>
        </p:txBody>
      </p:sp>
      <p:sp>
        <p:nvSpPr>
          <p:cNvPr id="28" name="Text 26"/>
          <p:cNvSpPr txBox="1"/>
          <p:nvPr/>
        </p:nvSpPr>
        <p:spPr>
          <a:xfrm>
            <a:off x="2651760" y="1371600"/>
            <a:ext cx="1755648" cy="502920"/>
          </a:xfrm>
          <a:prstGeom prst="rect">
            <a:avLst/>
          </a:prstGeom>
          <a:noFill/>
          <a:ln/>
        </p:spPr>
        <p:txBody>
          <a:bodyPr wrap="square" lIns="0" tIns="0" rIns="0" bIns="0" rtlCol="0" anchor="t"/>
          <a:lstStyle/>
          <a:p>
            <a:pPr marL="0" indent="0">
              <a:buNone/>
            </a:pPr>
            <a:r>
              <a:rPr lang="en-US" sz="1250" b="1">
                <a:solidFill>
                  <a:srgbClr val="0A3D2E"/>
                </a:solidFill>
                <a:latin typeface="Cambria" pitchFamily="34" charset="0"/>
                <a:ea typeface="Cambria" pitchFamily="34" charset="-122"/>
                <a:cs typeface="Cambria" pitchFamily="34" charset="-120"/>
              </a:rPr>
              <a:t>MARKET VALUE ≠ TRANSFER FEE</a:t>
            </a:r>
            <a:endParaRPr lang="en-US" sz="1250"/>
          </a:p>
        </p:txBody>
      </p:sp>
      <p:sp>
        <p:nvSpPr>
          <p:cNvPr id="29" name="Text 27"/>
          <p:cNvSpPr txBox="1"/>
          <p:nvPr/>
        </p:nvSpPr>
        <p:spPr>
          <a:xfrm>
            <a:off x="2651760" y="1920240"/>
            <a:ext cx="1755648" cy="1600200"/>
          </a:xfrm>
          <a:prstGeom prst="rect">
            <a:avLst/>
          </a:prstGeom>
          <a:noFill/>
          <a:ln/>
        </p:spPr>
        <p:txBody>
          <a:bodyPr wrap="square" lIns="0" tIns="0" rIns="0" bIns="0" rtlCol="0" anchor="t"/>
          <a:lstStyle/>
          <a:p>
            <a:pPr marL="0" indent="0">
              <a:buNone/>
            </a:pPr>
            <a:r>
              <a:rPr lang="en-US" sz="1150">
                <a:solidFill>
                  <a:srgbClr val="1B2A24"/>
                </a:solidFill>
                <a:latin typeface="Calibri" pitchFamily="34" charset="0"/>
                <a:ea typeface="Calibri" pitchFamily="34" charset="-122"/>
                <a:cs typeface="Calibri" pitchFamily="34" charset="-120"/>
              </a:rPr>
              <a:t>We forecast Transfermarkt's estimate, not the negotiated price. Contract length, injuries, club urgency and competing buyers are not captured.</a:t>
            </a:r>
            <a:endParaRPr lang="en-US" sz="1150"/>
          </a:p>
        </p:txBody>
      </p:sp>
      <p:sp>
        <p:nvSpPr>
          <p:cNvPr id="30" name="Shape 28"/>
          <p:cNvSpPr/>
          <p:nvPr/>
        </p:nvSpPr>
        <p:spPr>
          <a:xfrm>
            <a:off x="4626864" y="868680"/>
            <a:ext cx="1965960" cy="2697480"/>
          </a:xfrm>
          <a:prstGeom prst="roundRect">
            <a:avLst>
              <a:gd name="adj" fmla="val 3721"/>
            </a:avLst>
          </a:prstGeom>
          <a:solidFill>
            <a:srgbClr val="FFFFFF"/>
          </a:solidFill>
          <a:ln w="9525">
            <a:solidFill>
              <a:srgbClr val="D5E0DA"/>
            </a:solidFill>
            <a:prstDash val="solid"/>
          </a:ln>
        </p:spPr>
        <p:txBody>
          <a:bodyPr/>
          <a:lstStyle/>
          <a:p>
            <a:endParaRPr lang="en-US"/>
          </a:p>
        </p:txBody>
      </p:sp>
      <p:sp>
        <p:nvSpPr>
          <p:cNvPr id="31" name="Shape 29"/>
          <p:cNvSpPr/>
          <p:nvPr/>
        </p:nvSpPr>
        <p:spPr>
          <a:xfrm>
            <a:off x="4736592" y="960120"/>
            <a:ext cx="329184" cy="329184"/>
          </a:xfrm>
          <a:prstGeom prst="ellipse">
            <a:avLst/>
          </a:prstGeom>
          <a:solidFill>
            <a:srgbClr val="F2A900"/>
          </a:solidFill>
          <a:ln w="12700">
            <a:solidFill>
              <a:srgbClr val="F2A900"/>
            </a:solidFill>
            <a:prstDash val="solid"/>
          </a:ln>
        </p:spPr>
        <p:txBody>
          <a:bodyPr/>
          <a:lstStyle/>
          <a:p>
            <a:endParaRPr lang="en-US"/>
          </a:p>
        </p:txBody>
      </p:sp>
      <p:sp>
        <p:nvSpPr>
          <p:cNvPr id="32" name="Text 30"/>
          <p:cNvSpPr txBox="1"/>
          <p:nvPr/>
        </p:nvSpPr>
        <p:spPr>
          <a:xfrm>
            <a:off x="4736592" y="960120"/>
            <a:ext cx="329184" cy="329184"/>
          </a:xfrm>
          <a:prstGeom prst="rect">
            <a:avLst/>
          </a:prstGeom>
          <a:noFill/>
          <a:ln/>
        </p:spPr>
        <p:txBody>
          <a:bodyPr wrap="square" lIns="0" tIns="0" rIns="0" bIns="0" rtlCol="0" anchor="ctr"/>
          <a:lstStyle/>
          <a:p>
            <a:pPr marL="0" indent="0" algn="ctr">
              <a:buNone/>
            </a:pPr>
            <a:r>
              <a:rPr lang="en-US" sz="1400" b="1">
                <a:solidFill>
                  <a:srgbClr val="0A3D2E"/>
                </a:solidFill>
                <a:latin typeface="Cambria" pitchFamily="34" charset="0"/>
                <a:ea typeface="Cambria" pitchFamily="34" charset="-122"/>
                <a:cs typeface="Cambria" pitchFamily="34" charset="-120"/>
              </a:rPr>
              <a:t>3</a:t>
            </a:r>
            <a:endParaRPr lang="en-US" sz="1400"/>
          </a:p>
        </p:txBody>
      </p:sp>
      <p:sp>
        <p:nvSpPr>
          <p:cNvPr id="33" name="Text 31"/>
          <p:cNvSpPr txBox="1"/>
          <p:nvPr/>
        </p:nvSpPr>
        <p:spPr>
          <a:xfrm>
            <a:off x="4736592" y="1371600"/>
            <a:ext cx="1755648" cy="502920"/>
          </a:xfrm>
          <a:prstGeom prst="rect">
            <a:avLst/>
          </a:prstGeom>
          <a:noFill/>
          <a:ln/>
        </p:spPr>
        <p:txBody>
          <a:bodyPr wrap="square" lIns="0" tIns="0" rIns="0" bIns="0" rtlCol="0" anchor="t"/>
          <a:lstStyle/>
          <a:p>
            <a:pPr marL="0" indent="0">
              <a:buNone/>
            </a:pPr>
            <a:r>
              <a:rPr lang="en-US" sz="1250" b="1">
                <a:solidFill>
                  <a:srgbClr val="0A3D2E"/>
                </a:solidFill>
                <a:latin typeface="Cambria" pitchFamily="34" charset="0"/>
                <a:ea typeface="Cambria" pitchFamily="34" charset="-122"/>
                <a:cs typeface="Cambria" pitchFamily="34" charset="-120"/>
              </a:rPr>
              <a:t>PERFORMANCE CHANGES WITH THE MARKET</a:t>
            </a:r>
            <a:endParaRPr lang="en-US" sz="1250"/>
          </a:p>
        </p:txBody>
      </p:sp>
      <p:sp>
        <p:nvSpPr>
          <p:cNvPr id="34" name="Text 32"/>
          <p:cNvSpPr txBox="1"/>
          <p:nvPr/>
        </p:nvSpPr>
        <p:spPr>
          <a:xfrm>
            <a:off x="4736592" y="1920240"/>
            <a:ext cx="1755648" cy="1600200"/>
          </a:xfrm>
          <a:prstGeom prst="rect">
            <a:avLst/>
          </a:prstGeom>
          <a:noFill/>
          <a:ln/>
        </p:spPr>
        <p:txBody>
          <a:bodyPr wrap="square" lIns="0" tIns="0" rIns="0" bIns="0" rtlCol="0" anchor="t"/>
          <a:lstStyle/>
          <a:p>
            <a:pPr marL="0" indent="0">
              <a:buNone/>
            </a:pPr>
            <a:r>
              <a:rPr lang="en-US" sz="1150">
                <a:solidFill>
                  <a:srgbClr val="1B2A24"/>
                </a:solidFill>
                <a:latin typeface="Calibri" pitchFamily="34" charset="0"/>
                <a:ea typeface="Calibri" pitchFamily="34" charset="-122"/>
                <a:cs typeface="Calibri" pitchFamily="34" charset="-120"/>
              </a:rPr>
              <a:t>Damped Holt did well in validation and 2023–24 but did not beat persistence in 2025, when 11 of 15 players lost value.</a:t>
            </a:r>
            <a:endParaRPr lang="en-US" sz="1150"/>
          </a:p>
        </p:txBody>
      </p:sp>
      <p:sp>
        <p:nvSpPr>
          <p:cNvPr id="35" name="Shape 33"/>
          <p:cNvSpPr/>
          <p:nvPr/>
        </p:nvSpPr>
        <p:spPr>
          <a:xfrm>
            <a:off x="6711696" y="868680"/>
            <a:ext cx="1965960" cy="2697480"/>
          </a:xfrm>
          <a:prstGeom prst="roundRect">
            <a:avLst>
              <a:gd name="adj" fmla="val 3721"/>
            </a:avLst>
          </a:prstGeom>
          <a:solidFill>
            <a:srgbClr val="FFFFFF"/>
          </a:solidFill>
          <a:ln w="9525">
            <a:solidFill>
              <a:srgbClr val="D5E0DA"/>
            </a:solidFill>
            <a:prstDash val="solid"/>
          </a:ln>
        </p:spPr>
        <p:txBody>
          <a:bodyPr/>
          <a:lstStyle/>
          <a:p>
            <a:endParaRPr lang="en-US"/>
          </a:p>
        </p:txBody>
      </p:sp>
      <p:sp>
        <p:nvSpPr>
          <p:cNvPr id="36" name="Shape 34"/>
          <p:cNvSpPr/>
          <p:nvPr/>
        </p:nvSpPr>
        <p:spPr>
          <a:xfrm>
            <a:off x="6821424" y="960120"/>
            <a:ext cx="329184" cy="329184"/>
          </a:xfrm>
          <a:prstGeom prst="ellipse">
            <a:avLst/>
          </a:prstGeom>
          <a:solidFill>
            <a:srgbClr val="F2A900"/>
          </a:solidFill>
          <a:ln w="12700">
            <a:solidFill>
              <a:srgbClr val="F2A900"/>
            </a:solidFill>
            <a:prstDash val="solid"/>
          </a:ln>
        </p:spPr>
        <p:txBody>
          <a:bodyPr/>
          <a:lstStyle/>
          <a:p>
            <a:endParaRPr lang="en-US"/>
          </a:p>
        </p:txBody>
      </p:sp>
      <p:sp>
        <p:nvSpPr>
          <p:cNvPr id="37" name="Text 35"/>
          <p:cNvSpPr txBox="1"/>
          <p:nvPr/>
        </p:nvSpPr>
        <p:spPr>
          <a:xfrm>
            <a:off x="6821424" y="960120"/>
            <a:ext cx="329184" cy="329184"/>
          </a:xfrm>
          <a:prstGeom prst="rect">
            <a:avLst/>
          </a:prstGeom>
          <a:noFill/>
          <a:ln/>
        </p:spPr>
        <p:txBody>
          <a:bodyPr wrap="square" lIns="0" tIns="0" rIns="0" bIns="0" rtlCol="0" anchor="ctr"/>
          <a:lstStyle/>
          <a:p>
            <a:pPr marL="0" indent="0" algn="ctr">
              <a:buNone/>
            </a:pPr>
            <a:r>
              <a:rPr lang="en-US" sz="1400" b="1">
                <a:solidFill>
                  <a:srgbClr val="0A3D2E"/>
                </a:solidFill>
                <a:latin typeface="Cambria" pitchFamily="34" charset="0"/>
                <a:ea typeface="Cambria" pitchFamily="34" charset="-122"/>
                <a:cs typeface="Cambria" pitchFamily="34" charset="-120"/>
              </a:rPr>
              <a:t>4</a:t>
            </a:r>
            <a:endParaRPr lang="en-US" sz="1400"/>
          </a:p>
        </p:txBody>
      </p:sp>
      <p:sp>
        <p:nvSpPr>
          <p:cNvPr id="38" name="Text 36"/>
          <p:cNvSpPr txBox="1"/>
          <p:nvPr/>
        </p:nvSpPr>
        <p:spPr>
          <a:xfrm>
            <a:off x="6821424" y="1371600"/>
            <a:ext cx="1755648" cy="502920"/>
          </a:xfrm>
          <a:prstGeom prst="rect">
            <a:avLst/>
          </a:prstGeom>
          <a:noFill/>
          <a:ln/>
        </p:spPr>
        <p:txBody>
          <a:bodyPr wrap="square" lIns="0" tIns="0" rIns="0" bIns="0" rtlCol="0" anchor="t"/>
          <a:lstStyle/>
          <a:p>
            <a:pPr marL="0" indent="0">
              <a:buNone/>
            </a:pPr>
            <a:r>
              <a:rPr lang="en-US" sz="1250" b="1">
                <a:solidFill>
                  <a:srgbClr val="0A3D2E"/>
                </a:solidFill>
                <a:latin typeface="Cambria" pitchFamily="34" charset="0"/>
                <a:ea typeface="Cambria" pitchFamily="34" charset="-122"/>
                <a:cs typeface="Cambria" pitchFamily="34" charset="-120"/>
              </a:rPr>
              <a:t>UNCERTAINTY REMAINS HIGH</a:t>
            </a:r>
            <a:endParaRPr lang="en-US" sz="1250"/>
          </a:p>
        </p:txBody>
      </p:sp>
      <p:sp>
        <p:nvSpPr>
          <p:cNvPr id="39" name="Text 37"/>
          <p:cNvSpPr txBox="1"/>
          <p:nvPr/>
        </p:nvSpPr>
        <p:spPr>
          <a:xfrm>
            <a:off x="6821424" y="1920240"/>
            <a:ext cx="1755648" cy="1600200"/>
          </a:xfrm>
          <a:prstGeom prst="rect">
            <a:avLst/>
          </a:prstGeom>
          <a:noFill/>
          <a:ln/>
        </p:spPr>
        <p:txBody>
          <a:bodyPr wrap="square" lIns="0" tIns="0" rIns="0" bIns="0" rtlCol="0" anchor="t"/>
          <a:lstStyle/>
          <a:p>
            <a:pPr marL="0" indent="0">
              <a:buNone/>
            </a:pPr>
            <a:r>
              <a:rPr lang="en-US" sz="1150">
                <a:solidFill>
                  <a:srgbClr val="1B2A24"/>
                </a:solidFill>
                <a:latin typeface="Calibri" pitchFamily="34" charset="0"/>
                <a:ea typeface="Calibri" pitchFamily="34" charset="-122"/>
                <a:cs typeface="Calibri" pitchFamily="34" charset="-120"/>
              </a:rPr>
              <a:t>The 80% range is wide and was calibrated in a rising market. In 2025 all 10 values outside it were below the lower bound.</a:t>
            </a:r>
            <a:endParaRPr lang="en-US" sz="1150"/>
          </a:p>
        </p:txBody>
      </p:sp>
      <p:sp>
        <p:nvSpPr>
          <p:cNvPr id="40" name="Text 38"/>
          <p:cNvSpPr txBox="1"/>
          <p:nvPr/>
        </p:nvSpPr>
        <p:spPr>
          <a:xfrm>
            <a:off x="457200" y="3675888"/>
            <a:ext cx="2743200" cy="228600"/>
          </a:xfrm>
          <a:prstGeom prst="rect">
            <a:avLst/>
          </a:prstGeom>
          <a:noFill/>
          <a:ln/>
        </p:spPr>
        <p:txBody>
          <a:bodyPr wrap="square" lIns="0" tIns="0" rIns="0" bIns="0" rtlCol="0" anchor="t"/>
          <a:lstStyle/>
          <a:p>
            <a:pPr marL="0" indent="0">
              <a:buNone/>
            </a:pPr>
            <a:r>
              <a:rPr lang="en-US" sz="1200" b="1">
                <a:solidFill>
                  <a:srgbClr val="1F7A4F"/>
                </a:solidFill>
                <a:latin typeface="Calibri" pitchFamily="34" charset="0"/>
                <a:ea typeface="Calibri" pitchFamily="34" charset="-122"/>
                <a:cs typeface="Calibri" pitchFamily="34" charset="-120"/>
              </a:rPr>
              <a:t>NEXT STEPS</a:t>
            </a:r>
            <a:endParaRPr lang="en-US" sz="1200"/>
          </a:p>
        </p:txBody>
      </p:sp>
      <p:sp>
        <p:nvSpPr>
          <p:cNvPr id="41" name="Shape 39"/>
          <p:cNvSpPr/>
          <p:nvPr/>
        </p:nvSpPr>
        <p:spPr>
          <a:xfrm>
            <a:off x="457200" y="3931920"/>
            <a:ext cx="1965960" cy="685800"/>
          </a:xfrm>
          <a:prstGeom prst="roundRect">
            <a:avLst>
              <a:gd name="adj" fmla="val 10667"/>
            </a:avLst>
          </a:prstGeom>
          <a:solidFill>
            <a:srgbClr val="0A3D2E"/>
          </a:solidFill>
          <a:ln w="9525">
            <a:solidFill>
              <a:srgbClr val="0A3D2E"/>
            </a:solidFill>
            <a:prstDash val="solid"/>
          </a:ln>
        </p:spPr>
        <p:txBody>
          <a:bodyPr/>
          <a:lstStyle/>
          <a:p>
            <a:endParaRPr lang="en-US"/>
          </a:p>
        </p:txBody>
      </p:sp>
      <p:sp>
        <p:nvSpPr>
          <p:cNvPr id="42" name="Text 40"/>
          <p:cNvSpPr txBox="1"/>
          <p:nvPr/>
        </p:nvSpPr>
        <p:spPr>
          <a:xfrm>
            <a:off x="548640" y="3931920"/>
            <a:ext cx="178308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Expand player pool</a:t>
            </a:r>
            <a:endParaRPr lang="en-US" sz="1200"/>
          </a:p>
        </p:txBody>
      </p:sp>
      <p:sp>
        <p:nvSpPr>
          <p:cNvPr id="43" name="Text 41"/>
          <p:cNvSpPr txBox="1"/>
          <p:nvPr/>
        </p:nvSpPr>
        <p:spPr>
          <a:xfrm>
            <a:off x="2423160" y="4023360"/>
            <a:ext cx="118872" cy="457200"/>
          </a:xfrm>
          <a:prstGeom prst="rect">
            <a:avLst/>
          </a:prstGeom>
          <a:noFill/>
          <a:ln/>
        </p:spPr>
        <p:txBody>
          <a:bodyPr wrap="square" lIns="0" tIns="0" rIns="0" bIns="0" rtlCol="0" anchor="t"/>
          <a:lstStyle/>
          <a:p>
            <a:pPr marL="0" indent="0" algn="ctr">
              <a:buNone/>
            </a:pPr>
            <a:r>
              <a:rPr lang="en-US" sz="1400" b="1">
                <a:solidFill>
                  <a:srgbClr val="F2A900"/>
                </a:solidFill>
                <a:latin typeface="Calibri" pitchFamily="34" charset="0"/>
                <a:ea typeface="Calibri" pitchFamily="34" charset="-122"/>
                <a:cs typeface="Calibri" pitchFamily="34" charset="-120"/>
              </a:rPr>
              <a:t>+</a:t>
            </a:r>
            <a:endParaRPr lang="en-US" sz="1400"/>
          </a:p>
        </p:txBody>
      </p:sp>
      <p:sp>
        <p:nvSpPr>
          <p:cNvPr id="44" name="Shape 42"/>
          <p:cNvSpPr/>
          <p:nvPr/>
        </p:nvSpPr>
        <p:spPr>
          <a:xfrm>
            <a:off x="2542032" y="3931920"/>
            <a:ext cx="1965960" cy="685800"/>
          </a:xfrm>
          <a:prstGeom prst="roundRect">
            <a:avLst>
              <a:gd name="adj" fmla="val 10667"/>
            </a:avLst>
          </a:prstGeom>
          <a:solidFill>
            <a:srgbClr val="0A3D2E"/>
          </a:solidFill>
          <a:ln w="9525">
            <a:solidFill>
              <a:srgbClr val="0A3D2E"/>
            </a:solidFill>
            <a:prstDash val="solid"/>
          </a:ln>
        </p:spPr>
        <p:txBody>
          <a:bodyPr/>
          <a:lstStyle/>
          <a:p>
            <a:endParaRPr lang="en-US"/>
          </a:p>
        </p:txBody>
      </p:sp>
      <p:sp>
        <p:nvSpPr>
          <p:cNvPr id="45" name="Text 43"/>
          <p:cNvSpPr txBox="1"/>
          <p:nvPr/>
        </p:nvSpPr>
        <p:spPr>
          <a:xfrm>
            <a:off x="2633472" y="3931920"/>
            <a:ext cx="178308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Use actual transfer fees</a:t>
            </a:r>
            <a:endParaRPr lang="en-US" sz="1200"/>
          </a:p>
        </p:txBody>
      </p:sp>
      <p:sp>
        <p:nvSpPr>
          <p:cNvPr id="46" name="Text 44"/>
          <p:cNvSpPr txBox="1"/>
          <p:nvPr/>
        </p:nvSpPr>
        <p:spPr>
          <a:xfrm>
            <a:off x="4507992" y="4023360"/>
            <a:ext cx="118872" cy="457200"/>
          </a:xfrm>
          <a:prstGeom prst="rect">
            <a:avLst/>
          </a:prstGeom>
          <a:noFill/>
          <a:ln/>
        </p:spPr>
        <p:txBody>
          <a:bodyPr wrap="square" lIns="0" tIns="0" rIns="0" bIns="0" rtlCol="0" anchor="t"/>
          <a:lstStyle/>
          <a:p>
            <a:pPr marL="0" indent="0" algn="ctr">
              <a:buNone/>
            </a:pPr>
            <a:r>
              <a:rPr lang="en-US" sz="1400" b="1">
                <a:solidFill>
                  <a:srgbClr val="F2A900"/>
                </a:solidFill>
                <a:latin typeface="Calibri" pitchFamily="34" charset="0"/>
                <a:ea typeface="Calibri" pitchFamily="34" charset="-122"/>
                <a:cs typeface="Calibri" pitchFamily="34" charset="-120"/>
              </a:rPr>
              <a:t>+</a:t>
            </a:r>
            <a:endParaRPr lang="en-US" sz="1400"/>
          </a:p>
        </p:txBody>
      </p:sp>
      <p:sp>
        <p:nvSpPr>
          <p:cNvPr id="47" name="Shape 45"/>
          <p:cNvSpPr/>
          <p:nvPr/>
        </p:nvSpPr>
        <p:spPr>
          <a:xfrm>
            <a:off x="4626864" y="3931920"/>
            <a:ext cx="1965960" cy="685800"/>
          </a:xfrm>
          <a:prstGeom prst="roundRect">
            <a:avLst>
              <a:gd name="adj" fmla="val 10667"/>
            </a:avLst>
          </a:prstGeom>
          <a:solidFill>
            <a:srgbClr val="0A3D2E"/>
          </a:solidFill>
          <a:ln w="9525">
            <a:solidFill>
              <a:srgbClr val="0A3D2E"/>
            </a:solidFill>
            <a:prstDash val="solid"/>
          </a:ln>
        </p:spPr>
        <p:txBody>
          <a:bodyPr/>
          <a:lstStyle/>
          <a:p>
            <a:endParaRPr lang="en-US"/>
          </a:p>
        </p:txBody>
      </p:sp>
      <p:sp>
        <p:nvSpPr>
          <p:cNvPr id="48" name="Text 46"/>
          <p:cNvSpPr txBox="1"/>
          <p:nvPr/>
        </p:nvSpPr>
        <p:spPr>
          <a:xfrm>
            <a:off x="4718304" y="3931920"/>
            <a:ext cx="178308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Add performance, injury, contract data</a:t>
            </a:r>
            <a:endParaRPr lang="en-US" sz="1200"/>
          </a:p>
        </p:txBody>
      </p:sp>
      <p:sp>
        <p:nvSpPr>
          <p:cNvPr id="49" name="Text 47"/>
          <p:cNvSpPr txBox="1"/>
          <p:nvPr/>
        </p:nvSpPr>
        <p:spPr>
          <a:xfrm>
            <a:off x="6592824" y="4023360"/>
            <a:ext cx="118872" cy="457200"/>
          </a:xfrm>
          <a:prstGeom prst="rect">
            <a:avLst/>
          </a:prstGeom>
          <a:noFill/>
          <a:ln/>
        </p:spPr>
        <p:txBody>
          <a:bodyPr wrap="square" lIns="0" tIns="0" rIns="0" bIns="0" rtlCol="0" anchor="t"/>
          <a:lstStyle/>
          <a:p>
            <a:pPr marL="0" indent="0" algn="ctr">
              <a:buNone/>
            </a:pPr>
            <a:r>
              <a:rPr lang="en-US" sz="1400" b="1">
                <a:solidFill>
                  <a:srgbClr val="F2A900"/>
                </a:solidFill>
                <a:latin typeface="Calibri" pitchFamily="34" charset="0"/>
                <a:ea typeface="Calibri" pitchFamily="34" charset="-122"/>
                <a:cs typeface="Calibri" pitchFamily="34" charset="-120"/>
              </a:rPr>
              <a:t>+</a:t>
            </a:r>
            <a:endParaRPr lang="en-US" sz="1400"/>
          </a:p>
        </p:txBody>
      </p:sp>
      <p:sp>
        <p:nvSpPr>
          <p:cNvPr id="50" name="Shape 48"/>
          <p:cNvSpPr/>
          <p:nvPr/>
        </p:nvSpPr>
        <p:spPr>
          <a:xfrm>
            <a:off x="6711696" y="3931920"/>
            <a:ext cx="1965960" cy="685800"/>
          </a:xfrm>
          <a:prstGeom prst="roundRect">
            <a:avLst>
              <a:gd name="adj" fmla="val 10667"/>
            </a:avLst>
          </a:prstGeom>
          <a:solidFill>
            <a:srgbClr val="0A3D2E"/>
          </a:solidFill>
          <a:ln w="9525">
            <a:solidFill>
              <a:srgbClr val="0A3D2E"/>
            </a:solidFill>
            <a:prstDash val="solid"/>
          </a:ln>
        </p:spPr>
        <p:txBody>
          <a:bodyPr/>
          <a:lstStyle/>
          <a:p>
            <a:endParaRPr lang="en-US"/>
          </a:p>
        </p:txBody>
      </p:sp>
      <p:sp>
        <p:nvSpPr>
          <p:cNvPr id="51" name="Text 49"/>
          <p:cNvSpPr txBox="1"/>
          <p:nvPr/>
        </p:nvSpPr>
        <p:spPr>
          <a:xfrm>
            <a:off x="6803136" y="3931920"/>
            <a:ext cx="178308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Recalibrate uncertainty across market regimes</a:t>
            </a:r>
            <a:endParaRPr lang="en-US"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Key numbers and conclusions</a:t>
            </a:r>
            <a:endParaRPr lang="en-US" sz="3400"/>
          </a:p>
        </p:txBody>
      </p:sp>
      <p:sp>
        <p:nvSpPr>
          <p:cNvPr id="4" name="output-card"/>
          <p:cNvSpPr/>
          <p:nvPr/>
        </p:nvSpPr>
        <p:spPr>
          <a:xfrm>
            <a:off x="457200" y="1188720"/>
            <a:ext cx="4206240" cy="3566160"/>
          </a:xfrm>
          <a:prstGeom prst="roundRect">
            <a:avLst>
              <a:gd name="adj" fmla="val 205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5" name="Image 0" descr="Notebook output: key numbers table with cohort players, panel rows, final model, validation, test and 2025 scores, 14 of 15, 20 of 30; and the saved CSV file names"/>
          <p:cNvPicPr>
            <a:picLocks noChangeAspect="1"/>
          </p:cNvPicPr>
          <p:nvPr/>
        </p:nvPicPr>
        <p:blipFill>
          <a:blip r:embed="rId3"/>
          <a:stretch>
            <a:fillRect/>
          </a:stretch>
        </p:blipFill>
        <p:spPr>
          <a:xfrm>
            <a:off x="548640" y="1672265"/>
            <a:ext cx="4023360" cy="2599070"/>
          </a:xfrm>
          <a:prstGeom prst="rect">
            <a:avLst/>
          </a:prstGeom>
        </p:spPr>
      </p:pic>
      <p:sp>
        <p:nvSpPr>
          <p:cNvPr id="6" name="takeaways-card"/>
          <p:cNvSpPr/>
          <p:nvPr/>
        </p:nvSpPr>
        <p:spPr>
          <a:xfrm>
            <a:off x="4846320" y="1188720"/>
            <a:ext cx="3840480" cy="3566160"/>
          </a:xfrm>
          <a:prstGeom prst="roundRect">
            <a:avLst>
              <a:gd name="adj" fmla="val 205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3"/>
          <p:cNvSpPr txBox="1"/>
          <p:nvPr/>
        </p:nvSpPr>
        <p:spPr>
          <a:xfrm>
            <a:off x="5029200" y="1298448"/>
            <a:ext cx="3520440" cy="274320"/>
          </a:xfrm>
          <a:prstGeom prst="rect">
            <a:avLst/>
          </a:prstGeom>
          <a:noFill/>
          <a:ln/>
        </p:spPr>
        <p:txBody>
          <a:bodyPr wrap="square" lIns="0" tIns="0" rIns="0" bIns="0" rtlCol="0" anchor="t"/>
          <a:lstStyle/>
          <a:p>
            <a:pPr marL="0" indent="0">
              <a:buNone/>
            </a:pPr>
            <a:r>
              <a:rPr lang="en-US" sz="1400" b="1">
                <a:solidFill>
                  <a:schemeClr val="tx2"/>
                </a:solidFill>
              </a:rPr>
              <a:t>Final takeaways for the presentation</a:t>
            </a:r>
            <a:endParaRPr lang="en-US" sz="1400"/>
          </a:p>
        </p:txBody>
      </p:sp>
      <p:sp>
        <p:nvSpPr>
          <p:cNvPr id="8" name="takeaway-dot-0"/>
          <p:cNvSpPr/>
          <p:nvPr/>
        </p:nvSpPr>
        <p:spPr>
          <a:xfrm>
            <a:off x="5047488" y="1801368"/>
            <a:ext cx="73152" cy="73152"/>
          </a:xfrm>
          <a:prstGeom prst="ellipse">
            <a:avLst/>
          </a:prstGeom>
          <a:solidFill>
            <a:schemeClr val="tx1"/>
          </a:solidFill>
          <a:ln w="12700">
            <a:solidFill>
              <a:schemeClr val="tx1"/>
            </a:solidFill>
            <a:prstDash val="solid"/>
          </a:ln>
        </p:spPr>
        <p:txBody>
          <a:bodyPr/>
          <a:lstStyle/>
          <a:p>
            <a:endParaRPr lang="en-US"/>
          </a:p>
        </p:txBody>
      </p:sp>
      <p:sp>
        <p:nvSpPr>
          <p:cNvPr id="9" name="Text 5"/>
          <p:cNvSpPr txBox="1"/>
          <p:nvPr/>
        </p:nvSpPr>
        <p:spPr>
          <a:xfrm>
            <a:off x="5230368" y="1737360"/>
            <a:ext cx="3291840" cy="621792"/>
          </a:xfrm>
          <a:prstGeom prst="rect">
            <a:avLst/>
          </a:prstGeom>
          <a:noFill/>
          <a:ln/>
        </p:spPr>
        <p:txBody>
          <a:bodyPr wrap="square" lIns="0" tIns="0" rIns="0" bIns="0" rtlCol="0" anchor="t"/>
          <a:lstStyle/>
          <a:p>
            <a:pPr marL="0" indent="0">
              <a:buNone/>
            </a:pPr>
            <a:r>
              <a:rPr lang="en-US" sz="1200">
                <a:solidFill>
                  <a:schemeClr val="tx1"/>
                </a:solidFill>
              </a:rPr>
              <a:t>The final model is selected on </a:t>
            </a:r>
            <a:r>
              <a:rPr lang="en-US" sz="1200" b="1">
                <a:solidFill>
                  <a:schemeClr val="tx1"/>
                </a:solidFill>
              </a:rPr>
              <a:t>earlier validation origins</a:t>
            </a:r>
            <a:r>
              <a:rPr lang="en-US" sz="1200">
                <a:solidFill>
                  <a:schemeClr val="tx1"/>
                </a:solidFill>
              </a:rPr>
              <a:t>, before the 2023–2024 test and the 2025 holdout are used.</a:t>
            </a:r>
            <a:endParaRPr lang="en-US" sz="1200"/>
          </a:p>
        </p:txBody>
      </p:sp>
      <p:sp>
        <p:nvSpPr>
          <p:cNvPr id="10" name="takeaway-dot-1"/>
          <p:cNvSpPr/>
          <p:nvPr/>
        </p:nvSpPr>
        <p:spPr>
          <a:xfrm>
            <a:off x="5047488" y="2514600"/>
            <a:ext cx="73152" cy="73152"/>
          </a:xfrm>
          <a:prstGeom prst="ellipse">
            <a:avLst/>
          </a:prstGeom>
          <a:solidFill>
            <a:schemeClr val="tx1"/>
          </a:solidFill>
          <a:ln w="12700">
            <a:solidFill>
              <a:schemeClr val="tx1"/>
            </a:solidFill>
            <a:prstDash val="solid"/>
          </a:ln>
        </p:spPr>
        <p:txBody>
          <a:bodyPr/>
          <a:lstStyle/>
          <a:p>
            <a:endParaRPr lang="en-US"/>
          </a:p>
        </p:txBody>
      </p:sp>
      <p:sp>
        <p:nvSpPr>
          <p:cNvPr id="11" name="Text 7"/>
          <p:cNvSpPr txBox="1"/>
          <p:nvPr/>
        </p:nvSpPr>
        <p:spPr>
          <a:xfrm>
            <a:off x="5230368" y="2450592"/>
            <a:ext cx="3291840" cy="621792"/>
          </a:xfrm>
          <a:prstGeom prst="rect">
            <a:avLst/>
          </a:prstGeom>
          <a:noFill/>
          <a:ln/>
        </p:spPr>
        <p:txBody>
          <a:bodyPr wrap="square" lIns="0" tIns="0" rIns="0" bIns="0" rtlCol="0" anchor="t"/>
          <a:lstStyle/>
          <a:p>
            <a:pPr marL="0" indent="0">
              <a:buNone/>
            </a:pPr>
            <a:r>
              <a:rPr lang="en-US" sz="1200" b="1">
                <a:solidFill>
                  <a:schemeClr val="tx1"/>
                </a:solidFill>
              </a:rPr>
              <a:t>No model is best in every period</a:t>
            </a:r>
            <a:r>
              <a:rPr lang="en-US" sz="1200">
                <a:solidFill>
                  <a:schemeClr val="tx1"/>
                </a:solidFill>
              </a:rPr>
              <a:t>: trend-based models do well when values rise, the pooled aging curve when they fall.</a:t>
            </a:r>
            <a:endParaRPr lang="en-US" sz="1200"/>
          </a:p>
        </p:txBody>
      </p:sp>
      <p:sp>
        <p:nvSpPr>
          <p:cNvPr id="12" name="takeaway-dot-2"/>
          <p:cNvSpPr/>
          <p:nvPr/>
        </p:nvSpPr>
        <p:spPr>
          <a:xfrm>
            <a:off x="5047488" y="3227832"/>
            <a:ext cx="73152" cy="73152"/>
          </a:xfrm>
          <a:prstGeom prst="ellipse">
            <a:avLst/>
          </a:prstGeom>
          <a:solidFill>
            <a:schemeClr val="tx1"/>
          </a:solidFill>
          <a:ln w="12700">
            <a:solidFill>
              <a:schemeClr val="tx1"/>
            </a:solidFill>
            <a:prstDash val="solid"/>
          </a:ln>
        </p:spPr>
        <p:txBody>
          <a:bodyPr/>
          <a:lstStyle/>
          <a:p>
            <a:endParaRPr lang="en-US"/>
          </a:p>
        </p:txBody>
      </p:sp>
      <p:sp>
        <p:nvSpPr>
          <p:cNvPr id="13" name="Text 9"/>
          <p:cNvSpPr txBox="1"/>
          <p:nvPr/>
        </p:nvSpPr>
        <p:spPr>
          <a:xfrm>
            <a:off x="5230368" y="3163824"/>
            <a:ext cx="3291840" cy="621792"/>
          </a:xfrm>
          <a:prstGeom prst="rect">
            <a:avLst/>
          </a:prstGeom>
          <a:noFill/>
          <a:ln/>
        </p:spPr>
        <p:txBody>
          <a:bodyPr wrap="square" lIns="0" tIns="0" rIns="0" bIns="0" rtlCol="0" anchor="t"/>
          <a:lstStyle/>
          <a:p>
            <a:pPr marL="0" indent="0">
              <a:buNone/>
            </a:pPr>
            <a:r>
              <a:rPr lang="en-US" sz="1200">
                <a:solidFill>
                  <a:schemeClr val="tx1"/>
                </a:solidFill>
              </a:rPr>
              <a:t>A </a:t>
            </a:r>
            <a:r>
              <a:rPr lang="en-US" sz="1200" b="1">
                <a:solidFill>
                  <a:schemeClr val="tx1"/>
                </a:solidFill>
              </a:rPr>
              <a:t>decision-support tool</a:t>
            </a:r>
            <a:r>
              <a:rPr lang="en-US" sz="1200">
                <a:solidFill>
                  <a:schemeClr val="tx1"/>
                </a:solidFill>
              </a:rPr>
              <a:t>, not a transfer-fee oracle: market value ignores contract leverage, injuries, club urgency and negotiation.</a:t>
            </a:r>
            <a:endParaRPr lang="en-US" sz="1200"/>
          </a:p>
        </p:txBody>
      </p:sp>
      <p:sp>
        <p:nvSpPr>
          <p:cNvPr id="14" name="takeaway-dot-3"/>
          <p:cNvSpPr/>
          <p:nvPr/>
        </p:nvSpPr>
        <p:spPr>
          <a:xfrm>
            <a:off x="5047488" y="3941064"/>
            <a:ext cx="73152" cy="73152"/>
          </a:xfrm>
          <a:prstGeom prst="ellipse">
            <a:avLst/>
          </a:prstGeom>
          <a:solidFill>
            <a:schemeClr val="tx1"/>
          </a:solidFill>
          <a:ln w="12700">
            <a:solidFill>
              <a:schemeClr val="tx1"/>
            </a:solidFill>
            <a:prstDash val="solid"/>
          </a:ln>
        </p:spPr>
        <p:txBody>
          <a:bodyPr/>
          <a:lstStyle/>
          <a:p>
            <a:endParaRPr lang="en-US"/>
          </a:p>
        </p:txBody>
      </p:sp>
      <p:sp>
        <p:nvSpPr>
          <p:cNvPr id="15" name="Text 11"/>
          <p:cNvSpPr txBox="1"/>
          <p:nvPr/>
        </p:nvSpPr>
        <p:spPr>
          <a:xfrm>
            <a:off x="5230368" y="3877056"/>
            <a:ext cx="3291840" cy="621792"/>
          </a:xfrm>
          <a:prstGeom prst="rect">
            <a:avLst/>
          </a:prstGeom>
          <a:noFill/>
          <a:ln/>
        </p:spPr>
        <p:txBody>
          <a:bodyPr wrap="square" lIns="0" tIns="0" rIns="0" bIns="0" rtlCol="0" anchor="t"/>
          <a:lstStyle/>
          <a:p>
            <a:pPr marL="0" indent="0">
              <a:buNone/>
            </a:pPr>
            <a:r>
              <a:rPr lang="en-US" sz="1200">
                <a:solidFill>
                  <a:schemeClr val="tx1"/>
                </a:solidFill>
              </a:rPr>
              <a:t>The cohort is small and quality-selected, and the uncertainty band is shown because point forecasts alone overstate precision.</a:t>
            </a:r>
            <a:endParaRPr lang="en-US" sz="120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323162" cy="777240"/>
          </a:xfrm>
          <a:prstGeom prst="rect">
            <a:avLst/>
          </a:prstGeom>
          <a:noFill/>
          <a:ln/>
        </p:spPr>
        <p:txBody>
          <a:bodyPr wrap="square" lIns="0" tIns="0" rIns="0" bIns="0" rtlCol="0" anchor="ctr"/>
          <a:lstStyle/>
          <a:p>
            <a:pPr marL="0" indent="0" algn="l">
              <a:buNone/>
            </a:pPr>
            <a:r>
              <a:rPr lang="en-US" sz="3400" b="1">
                <a:solidFill>
                  <a:schemeClr val="tx2"/>
                </a:solidFill>
              </a:rPr>
              <a:t>Choose a player</a:t>
            </a:r>
            <a:endParaRPr lang="en-US" sz="3400"/>
          </a:p>
        </p:txBody>
      </p:sp>
      <p:sp>
        <p:nvSpPr>
          <p:cNvPr id="4" name="Text 1"/>
          <p:cNvSpPr txBox="1"/>
          <p:nvPr/>
        </p:nvSpPr>
        <p:spPr>
          <a:xfrm>
            <a:off x="457200" y="1051560"/>
            <a:ext cx="8229600" cy="320040"/>
          </a:xfrm>
          <a:prstGeom prst="rect">
            <a:avLst/>
          </a:prstGeom>
          <a:noFill/>
          <a:ln/>
        </p:spPr>
        <p:txBody>
          <a:bodyPr wrap="square" lIns="0" tIns="0" rIns="0" bIns="0" rtlCol="0" anchor="t"/>
          <a:lstStyle/>
          <a:p>
            <a:pPr marL="0" indent="0">
              <a:buNone/>
            </a:pPr>
            <a:r>
              <a:rPr lang="en-US" sz="1400">
                <a:solidFill>
                  <a:srgbClr val="14211C"/>
                </a:solidFill>
              </a:rPr>
              <a:t>Click a player to see the forecast, its 80% range and the real 2025 value.</a:t>
            </a:r>
            <a:endParaRPr lang="en-US" sz="1400"/>
          </a:p>
        </p:txBody>
      </p:sp>
      <p:sp>
        <p:nvSpPr>
          <p:cNvPr id="5" name="league-Premier League"/>
          <p:cNvSpPr/>
          <p:nvPr/>
        </p:nvSpPr>
        <p:spPr>
          <a:xfrm>
            <a:off x="457200" y="1554480"/>
            <a:ext cx="1572768" cy="347472"/>
          </a:xfrm>
          <a:prstGeom prst="roundRect">
            <a:avLst>
              <a:gd name="adj" fmla="val 15789"/>
            </a:avLst>
          </a:prstGeom>
          <a:solidFill>
            <a:schemeClr val="tx2"/>
          </a:solidFill>
          <a:ln w="12700">
            <a:solidFill>
              <a:schemeClr val="tx2"/>
            </a:solidFill>
            <a:prstDash val="solid"/>
          </a:ln>
        </p:spPr>
        <p:txBody>
          <a:bodyPr/>
          <a:lstStyle/>
          <a:p>
            <a:endParaRPr lang="en-US"/>
          </a:p>
        </p:txBody>
      </p:sp>
      <p:sp>
        <p:nvSpPr>
          <p:cNvPr id="6" name="Text 3"/>
          <p:cNvSpPr txBox="1"/>
          <p:nvPr/>
        </p:nvSpPr>
        <p:spPr>
          <a:xfrm>
            <a:off x="457200" y="1554480"/>
            <a:ext cx="1572768" cy="347472"/>
          </a:xfrm>
          <a:prstGeom prst="rect">
            <a:avLst/>
          </a:prstGeom>
          <a:noFill/>
          <a:ln/>
        </p:spPr>
        <p:txBody>
          <a:bodyPr wrap="square" lIns="0" tIns="0" rIns="0" bIns="0" rtlCol="0" anchor="ctr"/>
          <a:lstStyle/>
          <a:p>
            <a:pPr marL="0" indent="0" algn="ctr">
              <a:buNone/>
            </a:pPr>
            <a:r>
              <a:rPr lang="en-US" sz="1200" b="1">
                <a:solidFill>
                  <a:schemeClr val="bg1"/>
                </a:solidFill>
              </a:rPr>
              <a:t>Premier League</a:t>
            </a:r>
            <a:endParaRPr lang="en-US" sz="1200"/>
          </a:p>
        </p:txBody>
      </p:sp>
      <p:sp>
        <p:nvSpPr>
          <p:cNvPr id="7" name="btn-phil_foden">
            <a:hlinkClick r:id="rId3" action="ppaction://hlinksldjump" tooltip="Forecast for Phil Foden"/>
          </p:cNvPr>
          <p:cNvSpPr txBox="1"/>
          <p:nvPr/>
        </p:nvSpPr>
        <p:spPr>
          <a:xfrm>
            <a:off x="457200" y="205740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Phil Foden</a:t>
            </a:r>
            <a:endParaRPr lang="en-US" sz="1300"/>
          </a:p>
        </p:txBody>
      </p:sp>
      <p:sp>
        <p:nvSpPr>
          <p:cNvPr id="8" name="btn-pedro_neto">
            <a:hlinkClick r:id="rId4" action="ppaction://hlinksldjump" tooltip="Forecast for Pedro Neto"/>
          </p:cNvPr>
          <p:cNvSpPr txBox="1"/>
          <p:nvPr/>
        </p:nvSpPr>
        <p:spPr>
          <a:xfrm>
            <a:off x="457200" y="292608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Pedro Neto</a:t>
            </a:r>
            <a:endParaRPr lang="en-US" sz="1300"/>
          </a:p>
        </p:txBody>
      </p:sp>
      <p:sp>
        <p:nvSpPr>
          <p:cNvPr id="9" name="btn-matheus_cunha">
            <a:hlinkClick r:id="rId5" action="ppaction://hlinksldjump" tooltip="Forecast for Matheus Cunha"/>
          </p:cNvPr>
          <p:cNvSpPr txBox="1"/>
          <p:nvPr/>
        </p:nvSpPr>
        <p:spPr>
          <a:xfrm>
            <a:off x="457200" y="379476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Matheus Cunha</a:t>
            </a:r>
            <a:endParaRPr lang="en-US" sz="1300"/>
          </a:p>
        </p:txBody>
      </p:sp>
      <p:sp>
        <p:nvSpPr>
          <p:cNvPr id="10" name="league-La Liga"/>
          <p:cNvSpPr/>
          <p:nvPr/>
        </p:nvSpPr>
        <p:spPr>
          <a:xfrm>
            <a:off x="2121408" y="1554480"/>
            <a:ext cx="1572768" cy="347472"/>
          </a:xfrm>
          <a:prstGeom prst="roundRect">
            <a:avLst>
              <a:gd name="adj" fmla="val 15789"/>
            </a:avLst>
          </a:prstGeom>
          <a:solidFill>
            <a:schemeClr val="tx2"/>
          </a:solidFill>
          <a:ln w="12700">
            <a:solidFill>
              <a:schemeClr val="tx2"/>
            </a:solidFill>
            <a:prstDash val="solid"/>
          </a:ln>
        </p:spPr>
        <p:txBody>
          <a:bodyPr/>
          <a:lstStyle/>
          <a:p>
            <a:endParaRPr lang="en-US"/>
          </a:p>
        </p:txBody>
      </p:sp>
      <p:sp>
        <p:nvSpPr>
          <p:cNvPr id="11" name="Text 8"/>
          <p:cNvSpPr txBox="1"/>
          <p:nvPr/>
        </p:nvSpPr>
        <p:spPr>
          <a:xfrm>
            <a:off x="2121408" y="1554480"/>
            <a:ext cx="1572768" cy="347472"/>
          </a:xfrm>
          <a:prstGeom prst="rect">
            <a:avLst/>
          </a:prstGeom>
          <a:noFill/>
          <a:ln/>
        </p:spPr>
        <p:txBody>
          <a:bodyPr wrap="square" lIns="0" tIns="0" rIns="0" bIns="0" rtlCol="0" anchor="ctr"/>
          <a:lstStyle/>
          <a:p>
            <a:pPr marL="0" indent="0" algn="ctr">
              <a:buNone/>
            </a:pPr>
            <a:r>
              <a:rPr lang="en-US" sz="1200" b="1">
                <a:solidFill>
                  <a:schemeClr val="bg1"/>
                </a:solidFill>
              </a:rPr>
              <a:t>La Liga</a:t>
            </a:r>
            <a:endParaRPr lang="en-US" sz="1200"/>
          </a:p>
        </p:txBody>
      </p:sp>
      <p:sp>
        <p:nvSpPr>
          <p:cNvPr id="12" name="btn-marcus_rashford">
            <a:hlinkClick r:id="rId6" action="ppaction://hlinksldjump" tooltip="Forecast for Marcus Rashford"/>
          </p:cNvPr>
          <p:cNvSpPr txBox="1"/>
          <p:nvPr/>
        </p:nvSpPr>
        <p:spPr>
          <a:xfrm>
            <a:off x="2121408" y="205740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Marcus Rashford</a:t>
            </a:r>
            <a:endParaRPr lang="en-US" sz="1300"/>
          </a:p>
        </p:txBody>
      </p:sp>
      <p:sp>
        <p:nvSpPr>
          <p:cNvPr id="13" name="btn-ronald_araujo">
            <a:hlinkClick r:id="rId7" action="ppaction://hlinksldjump" tooltip="Forecast for Ronald Araujo"/>
          </p:cNvPr>
          <p:cNvSpPr txBox="1"/>
          <p:nvPr/>
        </p:nvSpPr>
        <p:spPr>
          <a:xfrm>
            <a:off x="2121408" y="292608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Ronald Araujo</a:t>
            </a:r>
            <a:endParaRPr lang="en-US" sz="1300"/>
          </a:p>
        </p:txBody>
      </p:sp>
      <p:sp>
        <p:nvSpPr>
          <p:cNvPr id="14" name="btn-oihan_sancet">
            <a:hlinkClick r:id="rId8" action="ppaction://hlinksldjump" tooltip="Forecast for Oihan Sancet"/>
          </p:cNvPr>
          <p:cNvSpPr txBox="1"/>
          <p:nvPr/>
        </p:nvSpPr>
        <p:spPr>
          <a:xfrm>
            <a:off x="2121408" y="379476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Oihan Sancet</a:t>
            </a:r>
            <a:endParaRPr lang="en-US" sz="1300"/>
          </a:p>
        </p:txBody>
      </p:sp>
      <p:sp>
        <p:nvSpPr>
          <p:cNvPr id="15" name="league-Serie A"/>
          <p:cNvSpPr/>
          <p:nvPr/>
        </p:nvSpPr>
        <p:spPr>
          <a:xfrm>
            <a:off x="3785616" y="1554480"/>
            <a:ext cx="1572768" cy="347472"/>
          </a:xfrm>
          <a:prstGeom prst="roundRect">
            <a:avLst>
              <a:gd name="adj" fmla="val 15789"/>
            </a:avLst>
          </a:prstGeom>
          <a:solidFill>
            <a:schemeClr val="tx2"/>
          </a:solidFill>
          <a:ln w="12700">
            <a:solidFill>
              <a:schemeClr val="tx2"/>
            </a:solidFill>
            <a:prstDash val="solid"/>
          </a:ln>
        </p:spPr>
        <p:txBody>
          <a:bodyPr/>
          <a:lstStyle/>
          <a:p>
            <a:endParaRPr lang="en-US"/>
          </a:p>
        </p:txBody>
      </p:sp>
      <p:sp>
        <p:nvSpPr>
          <p:cNvPr id="16" name="Text 13"/>
          <p:cNvSpPr txBox="1"/>
          <p:nvPr/>
        </p:nvSpPr>
        <p:spPr>
          <a:xfrm>
            <a:off x="3785616" y="1554480"/>
            <a:ext cx="1572768" cy="347472"/>
          </a:xfrm>
          <a:prstGeom prst="rect">
            <a:avLst/>
          </a:prstGeom>
          <a:noFill/>
          <a:ln/>
        </p:spPr>
        <p:txBody>
          <a:bodyPr wrap="square" lIns="0" tIns="0" rIns="0" bIns="0" rtlCol="0" anchor="ctr"/>
          <a:lstStyle/>
          <a:p>
            <a:pPr marL="0" indent="0" algn="ctr">
              <a:buNone/>
            </a:pPr>
            <a:r>
              <a:rPr lang="en-US" sz="1200" b="1">
                <a:solidFill>
                  <a:schemeClr val="bg1"/>
                </a:solidFill>
              </a:rPr>
              <a:t>Serie A</a:t>
            </a:r>
            <a:endParaRPr lang="en-US" sz="1200"/>
          </a:p>
        </p:txBody>
      </p:sp>
      <p:sp>
        <p:nvSpPr>
          <p:cNvPr id="17" name="btn-lo_s_openda">
            <a:hlinkClick r:id="rId9" action="ppaction://hlinksldjump" tooltip="Forecast for Loïs Openda"/>
          </p:cNvPr>
          <p:cNvSpPr txBox="1"/>
          <p:nvPr/>
        </p:nvSpPr>
        <p:spPr>
          <a:xfrm>
            <a:off x="3785616" y="205740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Loïs Openda</a:t>
            </a:r>
            <a:endParaRPr lang="en-US" sz="1300"/>
          </a:p>
        </p:txBody>
      </p:sp>
      <p:sp>
        <p:nvSpPr>
          <p:cNvPr id="18" name="btn-teun_koopmeiners">
            <a:hlinkClick r:id="rId10" action="ppaction://hlinksldjump" tooltip="Forecast for Teun Koopmeiners"/>
          </p:cNvPr>
          <p:cNvSpPr txBox="1"/>
          <p:nvPr/>
        </p:nvSpPr>
        <p:spPr>
          <a:xfrm>
            <a:off x="3785616" y="292608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Teun Koopmeiners</a:t>
            </a:r>
            <a:endParaRPr lang="en-US" sz="1300"/>
          </a:p>
        </p:txBody>
      </p:sp>
      <p:sp>
        <p:nvSpPr>
          <p:cNvPr id="19" name="btn-kh_phren_thuram">
            <a:hlinkClick r:id="rId11" action="ppaction://hlinksldjump" tooltip="Forecast for Khéphren Thuram"/>
          </p:cNvPr>
          <p:cNvSpPr txBox="1"/>
          <p:nvPr/>
        </p:nvSpPr>
        <p:spPr>
          <a:xfrm>
            <a:off x="3785616" y="379476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Khéphren Thuram</a:t>
            </a:r>
            <a:endParaRPr lang="en-US" sz="1300"/>
          </a:p>
        </p:txBody>
      </p:sp>
      <p:sp>
        <p:nvSpPr>
          <p:cNvPr id="20" name="league-Bundesliga"/>
          <p:cNvSpPr/>
          <p:nvPr/>
        </p:nvSpPr>
        <p:spPr>
          <a:xfrm>
            <a:off x="5449824" y="1554480"/>
            <a:ext cx="1572768" cy="347472"/>
          </a:xfrm>
          <a:prstGeom prst="roundRect">
            <a:avLst>
              <a:gd name="adj" fmla="val 15789"/>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5449824" y="1554480"/>
            <a:ext cx="1572768" cy="347472"/>
          </a:xfrm>
          <a:prstGeom prst="rect">
            <a:avLst/>
          </a:prstGeom>
          <a:noFill/>
          <a:ln/>
        </p:spPr>
        <p:txBody>
          <a:bodyPr wrap="square" lIns="0" tIns="0" rIns="0" bIns="0" rtlCol="0" anchor="ctr"/>
          <a:lstStyle/>
          <a:p>
            <a:pPr marL="0" indent="0" algn="ctr">
              <a:buNone/>
            </a:pPr>
            <a:r>
              <a:rPr lang="en-US" sz="1200" b="1">
                <a:solidFill>
                  <a:schemeClr val="bg1"/>
                </a:solidFill>
              </a:rPr>
              <a:t>Bundesliga</a:t>
            </a:r>
            <a:endParaRPr lang="en-US" sz="1200"/>
          </a:p>
        </p:txBody>
      </p:sp>
      <p:sp>
        <p:nvSpPr>
          <p:cNvPr id="22" name="btn-serge_gnabry">
            <a:hlinkClick r:id="rId12" action="ppaction://hlinksldjump" tooltip="Forecast for Serge Gnabry"/>
          </p:cNvPr>
          <p:cNvSpPr txBox="1"/>
          <p:nvPr/>
        </p:nvSpPr>
        <p:spPr>
          <a:xfrm>
            <a:off x="5449824" y="205740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Serge Gnabry</a:t>
            </a:r>
            <a:endParaRPr lang="en-US" sz="1300"/>
          </a:p>
        </p:txBody>
      </p:sp>
      <p:sp>
        <p:nvSpPr>
          <p:cNvPr id="23" name="btn-waldemar_anton">
            <a:hlinkClick r:id="rId13" action="ppaction://hlinksldjump" tooltip="Forecast for Waldemar Anton"/>
          </p:cNvPr>
          <p:cNvSpPr txBox="1"/>
          <p:nvPr/>
        </p:nvSpPr>
        <p:spPr>
          <a:xfrm>
            <a:off x="5449824" y="292608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Waldemar Anton</a:t>
            </a:r>
            <a:endParaRPr lang="en-US" sz="1300"/>
          </a:p>
        </p:txBody>
      </p:sp>
      <p:sp>
        <p:nvSpPr>
          <p:cNvPr id="24" name="btn-christoph_baumgartner">
            <a:hlinkClick r:id="rId14" action="ppaction://hlinksldjump" tooltip="Forecast for Christoph Baumgartner"/>
          </p:cNvPr>
          <p:cNvSpPr txBox="1"/>
          <p:nvPr/>
        </p:nvSpPr>
        <p:spPr>
          <a:xfrm>
            <a:off x="5449824" y="379476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Christoph Baumgartner</a:t>
            </a:r>
            <a:endParaRPr lang="en-US" sz="1300"/>
          </a:p>
        </p:txBody>
      </p:sp>
      <p:sp>
        <p:nvSpPr>
          <p:cNvPr id="25" name="league-Ligue 1"/>
          <p:cNvSpPr/>
          <p:nvPr/>
        </p:nvSpPr>
        <p:spPr>
          <a:xfrm>
            <a:off x="7114032" y="1554480"/>
            <a:ext cx="1572768" cy="347472"/>
          </a:xfrm>
          <a:prstGeom prst="roundRect">
            <a:avLst>
              <a:gd name="adj" fmla="val 15789"/>
            </a:avLst>
          </a:prstGeom>
          <a:solidFill>
            <a:schemeClr val="tx2"/>
          </a:solidFill>
          <a:ln w="12700">
            <a:solidFill>
              <a:schemeClr val="tx2"/>
            </a:solidFill>
            <a:prstDash val="solid"/>
          </a:ln>
        </p:spPr>
        <p:txBody>
          <a:bodyPr/>
          <a:lstStyle/>
          <a:p>
            <a:endParaRPr lang="en-US"/>
          </a:p>
        </p:txBody>
      </p:sp>
      <p:sp>
        <p:nvSpPr>
          <p:cNvPr id="26" name="Text 23"/>
          <p:cNvSpPr txBox="1"/>
          <p:nvPr/>
        </p:nvSpPr>
        <p:spPr>
          <a:xfrm>
            <a:off x="7114032" y="1554480"/>
            <a:ext cx="1572768" cy="347472"/>
          </a:xfrm>
          <a:prstGeom prst="rect">
            <a:avLst/>
          </a:prstGeom>
          <a:noFill/>
          <a:ln/>
        </p:spPr>
        <p:txBody>
          <a:bodyPr wrap="square" lIns="0" tIns="0" rIns="0" bIns="0" rtlCol="0" anchor="ctr"/>
          <a:lstStyle/>
          <a:p>
            <a:pPr marL="0" indent="0" algn="ctr">
              <a:buNone/>
            </a:pPr>
            <a:r>
              <a:rPr lang="en-US" sz="1200" b="1">
                <a:solidFill>
                  <a:schemeClr val="bg1"/>
                </a:solidFill>
              </a:rPr>
              <a:t>Ligue 1</a:t>
            </a:r>
            <a:endParaRPr lang="en-US" sz="1200"/>
          </a:p>
        </p:txBody>
      </p:sp>
      <p:sp>
        <p:nvSpPr>
          <p:cNvPr id="27" name="btn-nayef_aguerd">
            <a:hlinkClick r:id="rId15" action="ppaction://hlinksldjump" tooltip="Forecast for Nayef Aguerd"/>
          </p:cNvPr>
          <p:cNvSpPr txBox="1"/>
          <p:nvPr/>
        </p:nvSpPr>
        <p:spPr>
          <a:xfrm>
            <a:off x="7114032" y="205740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Nayef Aguerd</a:t>
            </a:r>
            <a:endParaRPr lang="en-US" sz="1300"/>
          </a:p>
        </p:txBody>
      </p:sp>
      <p:sp>
        <p:nvSpPr>
          <p:cNvPr id="28" name="btn-kang_in_lee">
            <a:hlinkClick r:id="rId16" action="ppaction://hlinksldjump" tooltip="Forecast for Kang-in Lee"/>
          </p:cNvPr>
          <p:cNvSpPr txBox="1"/>
          <p:nvPr/>
        </p:nvSpPr>
        <p:spPr>
          <a:xfrm>
            <a:off x="7114032" y="292608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Kang-in Lee</a:t>
            </a:r>
            <a:endParaRPr lang="en-US" sz="1300"/>
          </a:p>
        </p:txBody>
      </p:sp>
      <p:sp>
        <p:nvSpPr>
          <p:cNvPr id="29" name="btn-jordan_teze">
            <a:hlinkClick r:id="rId17" action="ppaction://hlinksldjump" tooltip="Forecast for Jordan Teze"/>
          </p:cNvPr>
          <p:cNvSpPr txBox="1"/>
          <p:nvPr/>
        </p:nvSpPr>
        <p:spPr>
          <a:xfrm>
            <a:off x="7114032" y="3794760"/>
            <a:ext cx="1572768" cy="731520"/>
          </a:xfrm>
          <a:prstGeom prst="roundRect">
            <a:avLst>
              <a:gd name="adj" fmla="val 10000"/>
            </a:avLst>
          </a:prstGeom>
          <a:solidFill>
            <a:schemeClr val="accent1"/>
          </a:solidFill>
          <a:ln>
            <a:solidFill>
              <a:schemeClr val="accent1"/>
            </a:solidFill>
          </a:ln>
        </p:spPr>
        <p:txBody>
          <a:bodyPr wrap="square" lIns="0" tIns="50800" rIns="50800" bIns="0" rtlCol="0" anchor="ctr"/>
          <a:lstStyle/>
          <a:p>
            <a:pPr marL="0" indent="0" algn="ctr">
              <a:buNone/>
            </a:pPr>
            <a:r>
              <a:rPr lang="en-US" sz="1300" b="1">
                <a:solidFill>
                  <a:schemeClr val="bg1"/>
                </a:solidFill>
              </a:rPr>
              <a:t>Jordan Teze</a:t>
            </a:r>
            <a:endParaRPr lang="en-US" sz="130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16</a:t>
            </a:fld>
            <a:endParaRPr lang="en-US"/>
          </a:p>
        </p:txBody>
      </p:sp>
      <p:pic>
        <p:nvPicPr>
          <p:cNvPr id="36" name="Picture 35">
            <a:extLst>
              <a:ext uri="{FF2B5EF4-FFF2-40B4-BE49-F238E27FC236}">
                <a16:creationId xmlns:a16="http://schemas.microsoft.com/office/drawing/2014/main" id="{3FC708C9-B57A-D786-9631-BFF26C460A5A}"/>
              </a:ext>
            </a:extLst>
          </p:cNvPr>
          <p:cNvPicPr>
            <a:picLocks noChangeAspect="1"/>
          </p:cNvPicPr>
          <p:nvPr/>
        </p:nvPicPr>
        <p:blipFill>
          <a:blip r:embed="rId18"/>
          <a:stretch>
            <a:fillRect/>
          </a:stretch>
        </p:blipFill>
        <p:spPr>
          <a:xfrm>
            <a:off x="7661562" y="114300"/>
            <a:ext cx="1309117" cy="130911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4"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5"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6"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7"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8"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9"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10"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1"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2"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3"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4"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5"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6"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7"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8"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9"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20"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1"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2"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3"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4"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5"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6"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7"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€79.2M</a:t>
            </a:r>
            <a:endParaRPr lang="en-US" sz="1300"/>
          </a:p>
        </p:txBody>
      </p:sp>
      <p:sp>
        <p:nvSpPr>
          <p:cNvPr id="28"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9"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€158.5M</a:t>
            </a:r>
            <a:endParaRPr lang="en-US" sz="1300"/>
          </a:p>
        </p:txBody>
      </p:sp>
      <p:sp>
        <p:nvSpPr>
          <p:cNvPr id="30"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1"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€316.9M</a:t>
            </a:r>
            <a:endParaRPr lang="en-US" sz="1300"/>
          </a:p>
        </p:txBody>
      </p:sp>
      <p:sp>
        <p:nvSpPr>
          <p:cNvPr id="32"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3"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€475.4M</a:t>
            </a:r>
            <a:endParaRPr lang="en-US" sz="1300"/>
          </a:p>
        </p:txBody>
      </p:sp>
      <p:sp>
        <p:nvSpPr>
          <p:cNvPr id="34"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0"/>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1"/>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2"/>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3"/>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€158.5M</a:t>
            </a:r>
            <a:endParaRPr lang="en-US" sz="2800"/>
          </a:p>
        </p:txBody>
      </p:sp>
      <p:sp>
        <p:nvSpPr>
          <p:cNvPr id="40" name="Text 34"/>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41" name="zone-under"/>
          <p:cNvSpPr/>
          <p:nvPr/>
        </p:nvSpPr>
        <p:spPr>
          <a:xfrm>
            <a:off x="5440680" y="3017520"/>
            <a:ext cx="57008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65" y="3017520"/>
            <a:ext cx="213451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279" y="3017520"/>
            <a:ext cx="31292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39"/>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€475.4M</a:t>
            </a:r>
            <a:endParaRPr lang="en-US" sz="1000"/>
          </a:p>
        </p:txBody>
      </p:sp>
      <p:sp>
        <p:nvSpPr>
          <p:cNvPr id="46" name="Text 40"/>
          <p:cNvSpPr txBox="1"/>
          <p:nvPr/>
        </p:nvSpPr>
        <p:spPr>
          <a:xfrm>
            <a:off x="55535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€97.0M</a:t>
            </a:r>
            <a:endParaRPr lang="en-US" sz="1000"/>
          </a:p>
        </p:txBody>
      </p:sp>
      <p:sp>
        <p:nvSpPr>
          <p:cNvPr id="47" name="Text 41"/>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€460.1M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3"/>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€475.4M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4"/>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A9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Phil Foden</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Premier League  ·  Value at the end of 2024: €140.0M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Phil Foden"/>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€149.3M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€108.8M to €350.2M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€100.0M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€158.5M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€80.0M  below the range</a:t>
            </a:r>
            <a:endParaRPr 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Loïs Openda</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Serie A  ·  Value at the end of 2024: €60.0M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Loïs Openda"/>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€59.5M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€43.3M to €139.5M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€50.0M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€58.8M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€36.0M to €170.8M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€40.0M  </a:t>
            </a:r>
            <a:r>
              <a:rPr lang="en-US" sz="1200" b="1">
                <a:solidFill>
                  <a:srgbClr val="1F7A4D"/>
                </a:solidFill>
              </a:rPr>
              <a:t>inside the range</a:t>
            </a:r>
            <a:endParaRPr 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Marcus Rashford</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La Liga  ·  Value at the end of 2024: €55.0M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Marcus Rashford"/>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€55.6M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€40.5M to €130.4M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€50.0M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€56.1M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€34.3M to €162.9M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€40.0M  </a:t>
            </a:r>
            <a:r>
              <a:rPr lang="en-US" sz="1200" b="1">
                <a:solidFill>
                  <a:srgbClr val="1F7A4D"/>
                </a:solidFill>
              </a:rPr>
              <a:t>inside the range</a:t>
            </a:r>
            <a:endParaRPr 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Pedro Neto</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Premier League  ·  Value at the end of 2024: €55.0M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Pedro Neto"/>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€58.5M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€42.6M to €137.1M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€50.0M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€61.9M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€37.9M to €179.7M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€60.0M  </a:t>
            </a:r>
            <a:r>
              <a:rPr lang="en-US" sz="1200" b="1">
                <a:solidFill>
                  <a:srgbClr val="1F7A4D"/>
                </a:solidFill>
              </a:rPr>
              <a:t>inside the range</a:t>
            </a:r>
            <a:endParaRPr 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Ronald Araujo</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La Liga  ·  Value at the end of 2024: €55.0M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Ronald Araujo"/>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€47.3M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€34.5M to €111.1M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€35.0M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€38.0M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€23.2M to €110.3M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€25.0M  </a:t>
            </a:r>
            <a:r>
              <a:rPr lang="en-US" sz="1200" b="1">
                <a:solidFill>
                  <a:srgbClr val="1F7A4D"/>
                </a:solidFill>
              </a:rPr>
              <a:t>inside the range</a:t>
            </a:r>
            <a:endParaRPr 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Matheus Cunha</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Premier League  ·  Value at the end of 2024: €50.0M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Matheus Cunha"/>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€52.7M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€38.4M to €123.7M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€60.0M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€55.8M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€34.2M to €162.2M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€70.0M  </a:t>
            </a:r>
            <a:r>
              <a:rPr lang="en-US" sz="1200" b="1">
                <a:solidFill>
                  <a:srgbClr val="1F7A4D"/>
                </a:solidFill>
              </a:rPr>
              <a:t>inside the range</a:t>
            </a:r>
            <a:endParaRPr 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Oihan Sancet</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La Liga  ·  Value at the end of 2024: €50.0M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Oihan Sancet"/>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€51.9M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€37.8M to €121.8M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€60.0M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€58.3M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€35.7M to €169.2M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€40.0M  </a:t>
            </a:r>
            <a:r>
              <a:rPr lang="en-US" sz="1200" b="1">
                <a:solidFill>
                  <a:srgbClr val="1F7A4D"/>
                </a:solidFill>
              </a:rPr>
              <a:t>inside the range</a:t>
            </a:r>
            <a:endParaRPr 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Teun Koopmeiners</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Serie A  ·  Value at the end of 2024: €50.0M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Teun Koopmeiners"/>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€53.5M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€39.0M to €125.4M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€35.0M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€56.6M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€34.6M to €164.3M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€28.0M  below the range</a:t>
            </a:r>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Khéphren Thuram</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Serie A  ·  Value at the end of 2024: €35.0M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Khéphren Thuram"/>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€34.8M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€25.4M to €81.6M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€40.0M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€34.7M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€21.2M to €100.8M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€40.0M  </a:t>
            </a:r>
            <a:r>
              <a:rPr lang="en-US" sz="1200" b="1">
                <a:solidFill>
                  <a:srgbClr val="1F7A4D"/>
                </a:solidFill>
              </a:rPr>
              <a:t>inside the range</a:t>
            </a:r>
            <a:endParaRPr 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Nayef Aguerd</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Ligue 1  ·  Value at the end of 2024: €35.0M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Nayef Aguerd"/>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€34.2M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€24.9M to €80.1M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€18.0M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€33.8M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€20.7M to €98.1M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€22.0M  </a:t>
            </a:r>
            <a:r>
              <a:rPr lang="en-US" sz="1200" b="1">
                <a:solidFill>
                  <a:srgbClr val="1F7A4D"/>
                </a:solidFill>
              </a:rPr>
              <a:t>inside the range</a:t>
            </a:r>
            <a:endParaRPr 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Serge Gnabry</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Bundesliga  ·  Value at the end of 2024: €35.0M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Serge Gnabry"/>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€32.0M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€23.3M to €75.1M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€22.0M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€29.2M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€17.9M to €84.9M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€20.0M  </a:t>
            </a:r>
            <a:r>
              <a:rPr lang="en-US" sz="1200" b="1">
                <a:solidFill>
                  <a:srgbClr val="1F7A4D"/>
                </a:solidFill>
              </a:rPr>
              <a:t>inside the range</a:t>
            </a:r>
            <a:endParaRPr lang="en-US" sz="1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Kang-in Lee</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Ligue 1  ·  Value at the end of 2024: €30.0M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Kang-in Lee"/>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€32.1M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€23.4M to €75.4M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€25.0M  </a:t>
            </a:r>
            <a:r>
              <a:rPr lang="en-US" sz="1200" b="1">
                <a:solidFill>
                  <a:srgbClr val="1F7A4D"/>
                </a:solidFill>
              </a:rPr>
              <a:t>inside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€34.2M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€21.0M to €99.5M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€25.0M  </a:t>
            </a:r>
            <a:r>
              <a:rPr lang="en-US" sz="1200" b="1">
                <a:solidFill>
                  <a:srgbClr val="1F7A4D"/>
                </a:solidFill>
              </a:rPr>
              <a:t>inside the range</a:t>
            </a:r>
            <a:endParaRPr 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Waldemar Anton</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Bundesliga  ·  Value at the end of 2024: €24.0M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Waldemar Anton"/>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€27.5M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€20.0M to €64.5M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€18.0M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€29.7M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€18.2M to €86.2M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€18.0M  below the range</a:t>
            </a:r>
            <a:endParaRPr 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Christoph Baumgartner</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Bundesliga  ·  Value at the end of 2024: €18.0M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Christoph Baumgartner"/>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€17.6M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€12.8M to €41.3M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€12.0M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€17.3M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€10.6M to €50.3M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€20.0M  </a:t>
            </a:r>
            <a:r>
              <a:rPr lang="en-US" sz="1200" b="1">
                <a:solidFill>
                  <a:srgbClr val="1F7A4D"/>
                </a:solidFill>
              </a:rPr>
              <a:t>inside the range</a:t>
            </a:r>
            <a:endParaRPr lang="en-US"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Jordan Teze</a:t>
            </a:r>
            <a:endParaRPr lang="en-US" sz="3400"/>
          </a:p>
        </p:txBody>
      </p:sp>
      <p:pic>
        <p:nvPicPr>
          <p:cNvPr id="3" name="Image 0" descr="football"/>
          <p:cNvPicPr>
            <a:picLocks noChangeAspect="1"/>
          </p:cNvPicPr>
          <p:nvPr/>
        </p:nvPicPr>
        <p:blipFill>
          <a:blip r:embed="rId3"/>
          <a:stretch>
            <a:fillRect/>
          </a:stretch>
        </p:blipFill>
        <p:spPr>
          <a:xfrm>
            <a:off x="6446520" y="429768"/>
            <a:ext cx="457200" cy="457200"/>
          </a:xfrm>
          <a:prstGeom prst="rect">
            <a:avLst/>
          </a:prstGeom>
        </p:spPr>
      </p:pic>
      <p:sp>
        <p:nvSpPr>
          <p:cNvPr id="5" name="Text 1"/>
          <p:cNvSpPr txBox="1"/>
          <p:nvPr/>
        </p:nvSpPr>
        <p:spPr>
          <a:xfrm>
            <a:off x="457200" y="1005840"/>
            <a:ext cx="5943600" cy="274320"/>
          </a:xfrm>
          <a:prstGeom prst="rect">
            <a:avLst/>
          </a:prstGeom>
          <a:noFill/>
          <a:ln/>
        </p:spPr>
        <p:txBody>
          <a:bodyPr wrap="square" lIns="0" tIns="0" rIns="0" bIns="0" rtlCol="0" anchor="t"/>
          <a:lstStyle/>
          <a:p>
            <a:pPr marL="0" indent="0">
              <a:buNone/>
            </a:pPr>
            <a:r>
              <a:rPr lang="en-US" sz="1400">
                <a:solidFill>
                  <a:srgbClr val="8A9A94"/>
                </a:solidFill>
              </a:rPr>
              <a:t>Ligue 1  ·  Value at the end of 2024: €15.0M</a:t>
            </a:r>
            <a:endParaRPr lang="en-US" sz="1400"/>
          </a:p>
        </p:txBody>
      </p:sp>
      <p:sp>
        <p:nvSpPr>
          <p:cNvPr id="6" name="back-btn">
            <a:hlinkClick r:id="rId4" action="ppaction://hlinksldjump" tooltip="Back to the player list"/>
          </p:cNvPr>
          <p:cNvSpPr txBox="1"/>
          <p:nvPr/>
        </p:nvSpPr>
        <p:spPr>
          <a:xfrm>
            <a:off x="7040880" y="411480"/>
            <a:ext cx="1645920" cy="411480"/>
          </a:xfrm>
          <a:prstGeom prst="roundRect">
            <a:avLst>
              <a:gd name="adj" fmla="val 17778"/>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 All players</a:t>
            </a:r>
            <a:endParaRPr lang="en-US" sz="1300"/>
          </a:p>
        </p:txBody>
      </p:sp>
      <p:sp>
        <p:nvSpPr>
          <p:cNvPr id="7" name="chart-card"/>
          <p:cNvSpPr/>
          <p:nvPr/>
        </p:nvSpPr>
        <p:spPr>
          <a:xfrm>
            <a:off x="457200" y="1417320"/>
            <a:ext cx="5120640" cy="3017520"/>
          </a:xfrm>
          <a:prstGeom prst="roundRect">
            <a:avLst>
              <a:gd name="adj" fmla="val 242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Value history, forecast with 80% range and real 2025 values for Jordan Teze"/>
          <p:cNvPicPr>
            <a:picLocks noChangeAspect="1"/>
          </p:cNvPicPr>
          <p:nvPr/>
        </p:nvPicPr>
        <p:blipFill>
          <a:blip r:embed="rId5"/>
          <a:stretch>
            <a:fillRect/>
          </a:stretch>
        </p:blipFill>
        <p:spPr>
          <a:xfrm>
            <a:off x="548640" y="1490472"/>
            <a:ext cx="4937760" cy="2798064"/>
          </a:xfrm>
          <a:prstGeom prst="rect">
            <a:avLst/>
          </a:prstGeom>
        </p:spPr>
      </p:pic>
      <p:sp>
        <p:nvSpPr>
          <p:cNvPr id="9" name="forecast-card-2"/>
          <p:cNvSpPr/>
          <p:nvPr/>
        </p:nvSpPr>
        <p:spPr>
          <a:xfrm>
            <a:off x="5760720" y="141732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0" name="Image 2" descr="whistle"/>
          <p:cNvPicPr>
            <a:picLocks noChangeAspect="1"/>
          </p:cNvPicPr>
          <p:nvPr/>
        </p:nvPicPr>
        <p:blipFill>
          <a:blip r:embed="rId6"/>
          <a:stretch>
            <a:fillRect/>
          </a:stretch>
        </p:blipFill>
        <p:spPr>
          <a:xfrm>
            <a:off x="8275320" y="1490472"/>
            <a:ext cx="274320" cy="274320"/>
          </a:xfrm>
          <a:prstGeom prst="rect">
            <a:avLst/>
          </a:prstGeom>
        </p:spPr>
      </p:pic>
      <p:sp>
        <p:nvSpPr>
          <p:cNvPr id="11" name="Text 5"/>
          <p:cNvSpPr txBox="1"/>
          <p:nvPr/>
        </p:nvSpPr>
        <p:spPr>
          <a:xfrm>
            <a:off x="5943600" y="1508760"/>
            <a:ext cx="2560320" cy="228600"/>
          </a:xfrm>
          <a:prstGeom prst="rect">
            <a:avLst/>
          </a:prstGeom>
          <a:noFill/>
          <a:ln/>
        </p:spPr>
        <p:txBody>
          <a:bodyPr wrap="square" lIns="0" tIns="0" rIns="0" bIns="0" rtlCol="0" anchor="t"/>
          <a:lstStyle/>
          <a:p>
            <a:pPr marL="0" indent="0">
              <a:buNone/>
            </a:pPr>
            <a:r>
              <a:rPr lang="en-US" sz="1200" b="1">
                <a:solidFill>
                  <a:schemeClr val="accent1"/>
                </a:solidFill>
              </a:rPr>
              <a:t>6 months ahead  ·  2025Q2</a:t>
            </a:r>
            <a:endParaRPr lang="en-US" sz="1200"/>
          </a:p>
        </p:txBody>
      </p:sp>
      <p:sp>
        <p:nvSpPr>
          <p:cNvPr id="12" name="Text 6"/>
          <p:cNvSpPr txBox="1"/>
          <p:nvPr/>
        </p:nvSpPr>
        <p:spPr>
          <a:xfrm>
            <a:off x="5943600" y="1764792"/>
            <a:ext cx="2560320" cy="457200"/>
          </a:xfrm>
          <a:prstGeom prst="rect">
            <a:avLst/>
          </a:prstGeom>
          <a:noFill/>
          <a:ln/>
        </p:spPr>
        <p:txBody>
          <a:bodyPr wrap="square" lIns="0" tIns="0" rIns="0" bIns="0" rtlCol="0" anchor="t"/>
          <a:lstStyle/>
          <a:p>
            <a:pPr marL="0" indent="0">
              <a:buNone/>
            </a:pPr>
            <a:r>
              <a:rPr lang="en-US" sz="2600" b="1">
                <a:solidFill>
                  <a:schemeClr val="tx2"/>
                </a:solidFill>
              </a:rPr>
              <a:t>€16.0M</a:t>
            </a:r>
            <a:r>
              <a:rPr lang="en-US" sz="1200">
                <a:solidFill>
                  <a:srgbClr val="8A9A94"/>
                </a:solidFill>
              </a:rPr>
              <a:t>  forecast</a:t>
            </a:r>
            <a:endParaRPr lang="en-US" sz="1400"/>
          </a:p>
        </p:txBody>
      </p:sp>
      <p:sp>
        <p:nvSpPr>
          <p:cNvPr id="13" name="Text 7"/>
          <p:cNvSpPr txBox="1"/>
          <p:nvPr/>
        </p:nvSpPr>
        <p:spPr>
          <a:xfrm>
            <a:off x="5943600" y="2267712"/>
            <a:ext cx="2560320" cy="228600"/>
          </a:xfrm>
          <a:prstGeom prst="rect">
            <a:avLst/>
          </a:prstGeom>
          <a:noFill/>
          <a:ln/>
        </p:spPr>
        <p:txBody>
          <a:bodyPr wrap="square" lIns="0" tIns="0" rIns="0" bIns="0" rtlCol="0" anchor="t"/>
          <a:lstStyle/>
          <a:p>
            <a:pPr marL="0" indent="0">
              <a:buNone/>
            </a:pPr>
            <a:r>
              <a:rPr lang="en-US" sz="1200">
                <a:solidFill>
                  <a:schemeClr val="tx1"/>
                </a:solidFill>
              </a:rPr>
              <a:t>80% range: €11.7M to €37.6M</a:t>
            </a:r>
            <a:endParaRPr lang="en-US" sz="1200"/>
          </a:p>
        </p:txBody>
      </p:sp>
      <p:sp>
        <p:nvSpPr>
          <p:cNvPr id="14" name="Text 8"/>
          <p:cNvSpPr txBox="1"/>
          <p:nvPr/>
        </p:nvSpPr>
        <p:spPr>
          <a:xfrm>
            <a:off x="5943600" y="254203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€9.0M  below the range</a:t>
            </a:r>
            <a:endParaRPr lang="en-US" sz="1200"/>
          </a:p>
        </p:txBody>
      </p:sp>
      <p:sp>
        <p:nvSpPr>
          <p:cNvPr id="15" name="forecast-card-4"/>
          <p:cNvSpPr/>
          <p:nvPr/>
        </p:nvSpPr>
        <p:spPr>
          <a:xfrm>
            <a:off x="5760720" y="2971800"/>
            <a:ext cx="2926080" cy="1463040"/>
          </a:xfrm>
          <a:prstGeom prst="roundRect">
            <a:avLst>
              <a:gd name="adj" fmla="val 5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pic>
        <p:nvPicPr>
          <p:cNvPr id="16" name="Image 3" descr="trophy"/>
          <p:cNvPicPr>
            <a:picLocks noChangeAspect="1"/>
          </p:cNvPicPr>
          <p:nvPr/>
        </p:nvPicPr>
        <p:blipFill>
          <a:blip r:embed="rId7"/>
          <a:stretch>
            <a:fillRect/>
          </a:stretch>
        </p:blipFill>
        <p:spPr>
          <a:xfrm>
            <a:off x="8275320" y="3044952"/>
            <a:ext cx="274320" cy="274320"/>
          </a:xfrm>
          <a:prstGeom prst="rect">
            <a:avLst/>
          </a:prstGeom>
        </p:spPr>
      </p:pic>
      <p:sp>
        <p:nvSpPr>
          <p:cNvPr id="17" name="Text 10"/>
          <p:cNvSpPr txBox="1"/>
          <p:nvPr/>
        </p:nvSpPr>
        <p:spPr>
          <a:xfrm>
            <a:off x="5943600" y="3063240"/>
            <a:ext cx="2560320" cy="228600"/>
          </a:xfrm>
          <a:prstGeom prst="rect">
            <a:avLst/>
          </a:prstGeom>
          <a:noFill/>
          <a:ln/>
        </p:spPr>
        <p:txBody>
          <a:bodyPr wrap="square" lIns="0" tIns="0" rIns="0" bIns="0" rtlCol="0" anchor="t"/>
          <a:lstStyle/>
          <a:p>
            <a:pPr marL="0" indent="0">
              <a:buNone/>
            </a:pPr>
            <a:r>
              <a:rPr lang="en-US" sz="1200" b="1">
                <a:solidFill>
                  <a:schemeClr val="accent1"/>
                </a:solidFill>
              </a:rPr>
              <a:t>12 months ahead  ·  2025Q4</a:t>
            </a:r>
            <a:endParaRPr lang="en-US" sz="1200"/>
          </a:p>
        </p:txBody>
      </p:sp>
      <p:sp>
        <p:nvSpPr>
          <p:cNvPr id="18" name="Text 11"/>
          <p:cNvSpPr txBox="1"/>
          <p:nvPr/>
        </p:nvSpPr>
        <p:spPr>
          <a:xfrm>
            <a:off x="5943600" y="3319272"/>
            <a:ext cx="2560320" cy="457200"/>
          </a:xfrm>
          <a:prstGeom prst="rect">
            <a:avLst/>
          </a:prstGeom>
          <a:noFill/>
          <a:ln/>
        </p:spPr>
        <p:txBody>
          <a:bodyPr wrap="square" lIns="0" tIns="0" rIns="0" bIns="0" rtlCol="0" anchor="t"/>
          <a:lstStyle/>
          <a:p>
            <a:pPr marL="0" indent="0">
              <a:buNone/>
            </a:pPr>
            <a:r>
              <a:rPr lang="en-US" sz="2600" b="1">
                <a:solidFill>
                  <a:schemeClr val="tx2"/>
                </a:solidFill>
              </a:rPr>
              <a:t>€17.0M</a:t>
            </a:r>
            <a:r>
              <a:rPr lang="en-US" sz="1200">
                <a:solidFill>
                  <a:srgbClr val="8A9A94"/>
                </a:solidFill>
              </a:rPr>
              <a:t>  forecast</a:t>
            </a:r>
            <a:endParaRPr lang="en-US" sz="1400"/>
          </a:p>
        </p:txBody>
      </p:sp>
      <p:sp>
        <p:nvSpPr>
          <p:cNvPr id="19" name="Text 12"/>
          <p:cNvSpPr txBox="1"/>
          <p:nvPr/>
        </p:nvSpPr>
        <p:spPr>
          <a:xfrm>
            <a:off x="5943600" y="3822192"/>
            <a:ext cx="2560320" cy="228600"/>
          </a:xfrm>
          <a:prstGeom prst="rect">
            <a:avLst/>
          </a:prstGeom>
          <a:noFill/>
          <a:ln/>
        </p:spPr>
        <p:txBody>
          <a:bodyPr wrap="square" lIns="0" tIns="0" rIns="0" bIns="0" rtlCol="0" anchor="t"/>
          <a:lstStyle/>
          <a:p>
            <a:pPr marL="0" indent="0">
              <a:buNone/>
            </a:pPr>
            <a:r>
              <a:rPr lang="en-US" sz="1200">
                <a:solidFill>
                  <a:schemeClr val="tx1"/>
                </a:solidFill>
              </a:rPr>
              <a:t>80% range: €10.4M to €49.4M</a:t>
            </a:r>
            <a:endParaRPr lang="en-US" sz="1200"/>
          </a:p>
        </p:txBody>
      </p:sp>
      <p:sp>
        <p:nvSpPr>
          <p:cNvPr id="20" name="Text 13"/>
          <p:cNvSpPr txBox="1"/>
          <p:nvPr/>
        </p:nvSpPr>
        <p:spPr>
          <a:xfrm>
            <a:off x="5943600" y="4096512"/>
            <a:ext cx="2560320" cy="228600"/>
          </a:xfrm>
          <a:prstGeom prst="rect">
            <a:avLst/>
          </a:prstGeom>
          <a:noFill/>
          <a:ln/>
        </p:spPr>
        <p:txBody>
          <a:bodyPr wrap="square" lIns="0" tIns="0" rIns="0" bIns="0" rtlCol="0" anchor="t"/>
          <a:lstStyle/>
          <a:p>
            <a:pPr marL="0" indent="0">
              <a:buNone/>
            </a:pPr>
            <a:r>
              <a:rPr lang="en-US" sz="1200" b="1">
                <a:solidFill>
                  <a:schemeClr val="tx1"/>
                </a:solidFill>
              </a:rPr>
              <a:t>Real value: €12.0M  </a:t>
            </a:r>
            <a:r>
              <a:rPr lang="en-US" sz="1200" b="1">
                <a:solidFill>
                  <a:srgbClr val="1F7A4D"/>
                </a:solidFill>
              </a:rPr>
              <a:t>inside the range</a:t>
            </a:r>
            <a:endParaRPr lang="en-US"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€74.6M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€149.3M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€447.8M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€149.3M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€108.8M to €350.2M</a:t>
            </a:r>
            <a:endParaRPr lang="en-US" sz="1200"/>
          </a:p>
        </p:txBody>
      </p:sp>
      <p:sp>
        <p:nvSpPr>
          <p:cNvPr id="41" name="zone-under"/>
          <p:cNvSpPr/>
          <p:nvPr/>
        </p:nvSpPr>
        <p:spPr>
          <a:xfrm>
            <a:off x="5440680" y="3017520"/>
            <a:ext cx="8682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33" y="3017520"/>
            <a:ext cx="19257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3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8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€74.6M</a:t>
            </a:r>
            <a:endParaRPr lang="en-US" sz="1000"/>
          </a:p>
        </p:txBody>
      </p:sp>
      <p:sp>
        <p:nvSpPr>
          <p:cNvPr id="46" name="Text 41"/>
          <p:cNvSpPr txBox="1"/>
          <p:nvPr/>
        </p:nvSpPr>
        <p:spPr>
          <a:xfrm>
            <a:off x="58517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€108.8M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€350.2M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€74.6M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€149.3M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€447.8M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€149.3M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€108.8M to €350.2M</a:t>
            </a:r>
            <a:endParaRPr lang="en-US" sz="1200"/>
          </a:p>
        </p:txBody>
      </p:sp>
      <p:sp>
        <p:nvSpPr>
          <p:cNvPr id="41" name="zone-under"/>
          <p:cNvSpPr/>
          <p:nvPr/>
        </p:nvSpPr>
        <p:spPr>
          <a:xfrm>
            <a:off x="5440680" y="3017520"/>
            <a:ext cx="8682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33" y="3017520"/>
            <a:ext cx="19257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27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92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€149.3M</a:t>
            </a:r>
            <a:endParaRPr lang="en-US" sz="1000"/>
          </a:p>
        </p:txBody>
      </p:sp>
      <p:sp>
        <p:nvSpPr>
          <p:cNvPr id="46" name="Text 41"/>
          <p:cNvSpPr txBox="1"/>
          <p:nvPr/>
        </p:nvSpPr>
        <p:spPr>
          <a:xfrm>
            <a:off x="58517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€108.8M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€350.2M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€149.3M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€149.3M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€447.8M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€149.3M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€108.8M to €350.2M</a:t>
            </a:r>
            <a:endParaRPr lang="en-US" sz="1200"/>
          </a:p>
        </p:txBody>
      </p:sp>
      <p:sp>
        <p:nvSpPr>
          <p:cNvPr id="41" name="zone-under"/>
          <p:cNvSpPr/>
          <p:nvPr/>
        </p:nvSpPr>
        <p:spPr>
          <a:xfrm>
            <a:off x="5440680" y="3017520"/>
            <a:ext cx="8682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33" y="3017520"/>
            <a:ext cx="19257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16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81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€298.5M</a:t>
            </a:r>
            <a:endParaRPr lang="en-US" sz="1000"/>
          </a:p>
        </p:txBody>
      </p:sp>
      <p:sp>
        <p:nvSpPr>
          <p:cNvPr id="46" name="Text 41"/>
          <p:cNvSpPr txBox="1"/>
          <p:nvPr/>
        </p:nvSpPr>
        <p:spPr>
          <a:xfrm>
            <a:off x="58517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€108.8M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€350.2M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€298.5M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€149.3M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€447.8M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€149.3M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€108.8M to €350.2M</a:t>
            </a:r>
            <a:endParaRPr lang="en-US" sz="1200"/>
          </a:p>
        </p:txBody>
      </p:sp>
      <p:sp>
        <p:nvSpPr>
          <p:cNvPr id="41" name="zone-under"/>
          <p:cNvSpPr/>
          <p:nvPr/>
        </p:nvSpPr>
        <p:spPr>
          <a:xfrm>
            <a:off x="5440680" y="3017520"/>
            <a:ext cx="67901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698" y="3017520"/>
            <a:ext cx="150603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729" y="3017520"/>
            <a:ext cx="83247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€447.8M</a:t>
            </a:r>
            <a:endParaRPr lang="en-US" sz="1000"/>
          </a:p>
        </p:txBody>
      </p:sp>
      <p:sp>
        <p:nvSpPr>
          <p:cNvPr id="46" name="Text 41"/>
          <p:cNvSpPr txBox="1"/>
          <p:nvPr/>
        </p:nvSpPr>
        <p:spPr>
          <a:xfrm>
            <a:off x="566249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€108.8M</a:t>
            </a:r>
            <a:endParaRPr lang="en-US" sz="1000"/>
          </a:p>
        </p:txBody>
      </p:sp>
      <p:sp>
        <p:nvSpPr>
          <p:cNvPr id="47" name="Text 42"/>
          <p:cNvSpPr txBox="1"/>
          <p:nvPr/>
        </p:nvSpPr>
        <p:spPr>
          <a:xfrm>
            <a:off x="716852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€350.2M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€447.8M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€79.2M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41" name="zone-under"/>
          <p:cNvSpPr/>
          <p:nvPr/>
        </p:nvSpPr>
        <p:spPr>
          <a:xfrm>
            <a:off x="5440680" y="3017520"/>
            <a:ext cx="5889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10" y="3017520"/>
            <a:ext cx="22050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5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€79.2M</a:t>
            </a:r>
            <a:endParaRPr lang="en-US" sz="1000"/>
          </a:p>
        </p:txBody>
      </p:sp>
      <p:sp>
        <p:nvSpPr>
          <p:cNvPr id="46" name="Text 41"/>
          <p:cNvSpPr txBox="1"/>
          <p:nvPr/>
        </p:nvSpPr>
        <p:spPr>
          <a:xfrm>
            <a:off x="55724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€97.0M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€460.1M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€79.2M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41" name="zone-under"/>
          <p:cNvSpPr/>
          <p:nvPr/>
        </p:nvSpPr>
        <p:spPr>
          <a:xfrm>
            <a:off x="5440680" y="3017520"/>
            <a:ext cx="5889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10" y="3017520"/>
            <a:ext cx="22050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1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5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€158.5M</a:t>
            </a:r>
            <a:endParaRPr lang="en-US" sz="1000"/>
          </a:p>
        </p:txBody>
      </p:sp>
      <p:sp>
        <p:nvSpPr>
          <p:cNvPr id="46" name="Text 41"/>
          <p:cNvSpPr txBox="1"/>
          <p:nvPr/>
        </p:nvSpPr>
        <p:spPr>
          <a:xfrm>
            <a:off x="55724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€97.0M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€460.1M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€158.5M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41" name="zone-under"/>
          <p:cNvSpPr/>
          <p:nvPr/>
        </p:nvSpPr>
        <p:spPr>
          <a:xfrm>
            <a:off x="5440680" y="3017520"/>
            <a:ext cx="5889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10" y="3017520"/>
            <a:ext cx="22050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62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27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€316.9M</a:t>
            </a:r>
            <a:endParaRPr lang="en-US" sz="1000"/>
          </a:p>
        </p:txBody>
      </p:sp>
      <p:sp>
        <p:nvSpPr>
          <p:cNvPr id="46" name="Text 41"/>
          <p:cNvSpPr txBox="1"/>
          <p:nvPr/>
        </p:nvSpPr>
        <p:spPr>
          <a:xfrm>
            <a:off x="55724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€97.0M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€460.1M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€316.9M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p:cNvSpPr txBox="1"/>
          <p:nvPr/>
        </p:nvSpPr>
        <p:spPr>
          <a:xfrm>
            <a:off x="457200"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Foden</a:t>
            </a:r>
            <a:endParaRPr lang="en-US" sz="1000"/>
          </a:p>
        </p:txBody>
      </p:sp>
      <p:sp>
        <p:nvSpPr>
          <p:cNvPr id="6" name="chip-player-1">
            <a:hlinkClick r:id="rId4"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€475.4M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Phil Foden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€140.0M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€97.0M to €460.1M</a:t>
            </a:r>
            <a:endParaRPr lang="en-US" sz="1200"/>
          </a:p>
        </p:txBody>
      </p:sp>
      <p:sp>
        <p:nvSpPr>
          <p:cNvPr id="41" name="zone-under"/>
          <p:cNvSpPr/>
          <p:nvPr/>
        </p:nvSpPr>
        <p:spPr>
          <a:xfrm>
            <a:off x="5440680" y="3017520"/>
            <a:ext cx="57008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65" y="3017520"/>
            <a:ext cx="213451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279" y="3017520"/>
            <a:ext cx="31292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€475.4M</a:t>
            </a:r>
            <a:endParaRPr lang="en-US" sz="1000"/>
          </a:p>
        </p:txBody>
      </p:sp>
      <p:sp>
        <p:nvSpPr>
          <p:cNvPr id="46" name="Text 41"/>
          <p:cNvSpPr txBox="1"/>
          <p:nvPr/>
        </p:nvSpPr>
        <p:spPr>
          <a:xfrm>
            <a:off x="55535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€97.0M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€460.1M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€475.4M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€140.0M of 2024Q4</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€42.6M to €137.1M</a:t>
            </a:r>
            <a:endParaRPr lang="en-US" sz="1200"/>
          </a:p>
        </p:txBody>
      </p:sp>
      <p:sp>
        <p:nvSpPr>
          <p:cNvPr id="41" name="zone-under"/>
          <p:cNvSpPr/>
          <p:nvPr/>
        </p:nvSpPr>
        <p:spPr>
          <a:xfrm>
            <a:off x="5440680" y="3017520"/>
            <a:ext cx="86810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88" y="3017520"/>
            <a:ext cx="192589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0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5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€29.2M</a:t>
            </a:r>
            <a:endParaRPr lang="en-US" sz="1000"/>
          </a:p>
        </p:txBody>
      </p:sp>
      <p:sp>
        <p:nvSpPr>
          <p:cNvPr id="46" name="Text 41"/>
          <p:cNvSpPr txBox="1"/>
          <p:nvPr/>
        </p:nvSpPr>
        <p:spPr>
          <a:xfrm>
            <a:off x="585158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€42.6M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€137.1M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€29.2M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€42.6M to €137.1M</a:t>
            </a:r>
            <a:endParaRPr lang="en-US" sz="1200"/>
          </a:p>
        </p:txBody>
      </p:sp>
      <p:sp>
        <p:nvSpPr>
          <p:cNvPr id="41" name="zone-under"/>
          <p:cNvSpPr/>
          <p:nvPr/>
        </p:nvSpPr>
        <p:spPr>
          <a:xfrm>
            <a:off x="5440680" y="3017520"/>
            <a:ext cx="86810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88" y="3017520"/>
            <a:ext cx="192589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21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86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€58.5M</a:t>
            </a:r>
            <a:endParaRPr lang="en-US" sz="1000"/>
          </a:p>
        </p:txBody>
      </p:sp>
      <p:sp>
        <p:nvSpPr>
          <p:cNvPr id="46" name="Text 41"/>
          <p:cNvSpPr txBox="1"/>
          <p:nvPr/>
        </p:nvSpPr>
        <p:spPr>
          <a:xfrm>
            <a:off x="585158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€42.6M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€137.1M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€58.5M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€42.6M to €137.1M</a:t>
            </a:r>
            <a:endParaRPr lang="en-US" sz="1200"/>
          </a:p>
        </p:txBody>
      </p:sp>
      <p:sp>
        <p:nvSpPr>
          <p:cNvPr id="41" name="zone-under"/>
          <p:cNvSpPr/>
          <p:nvPr/>
        </p:nvSpPr>
        <p:spPr>
          <a:xfrm>
            <a:off x="5440680" y="3017520"/>
            <a:ext cx="86810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88" y="3017520"/>
            <a:ext cx="192589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03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68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€116.9M</a:t>
            </a:r>
            <a:endParaRPr lang="en-US" sz="1000"/>
          </a:p>
        </p:txBody>
      </p:sp>
      <p:sp>
        <p:nvSpPr>
          <p:cNvPr id="46" name="Text 41"/>
          <p:cNvSpPr txBox="1"/>
          <p:nvPr/>
        </p:nvSpPr>
        <p:spPr>
          <a:xfrm>
            <a:off x="585158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€42.6M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€137.1M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€116.9M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€175.4M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€42.6M to €137.1M</a:t>
            </a:r>
            <a:endParaRPr lang="en-US" sz="1200"/>
          </a:p>
        </p:txBody>
      </p:sp>
      <p:sp>
        <p:nvSpPr>
          <p:cNvPr id="41" name="zone-under"/>
          <p:cNvSpPr/>
          <p:nvPr/>
        </p:nvSpPr>
        <p:spPr>
          <a:xfrm>
            <a:off x="5440680" y="3017520"/>
            <a:ext cx="67894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621" y="3017520"/>
            <a:ext cx="150622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848" y="3017520"/>
            <a:ext cx="832352"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€175.4M</a:t>
            </a:r>
            <a:endParaRPr lang="en-US" sz="1000"/>
          </a:p>
        </p:txBody>
      </p:sp>
      <p:sp>
        <p:nvSpPr>
          <p:cNvPr id="46" name="Text 41"/>
          <p:cNvSpPr txBox="1"/>
          <p:nvPr/>
        </p:nvSpPr>
        <p:spPr>
          <a:xfrm>
            <a:off x="566242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€42.6M</a:t>
            </a:r>
            <a:endParaRPr lang="en-US" sz="1000"/>
          </a:p>
        </p:txBody>
      </p:sp>
      <p:sp>
        <p:nvSpPr>
          <p:cNvPr id="47" name="Text 42"/>
          <p:cNvSpPr txBox="1"/>
          <p:nvPr/>
        </p:nvSpPr>
        <p:spPr>
          <a:xfrm>
            <a:off x="716864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€137.1M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€175.4M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€30.9M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€123.7M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€185.6M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€61.9M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€37.9M to €179.7M</a:t>
            </a:r>
            <a:endParaRPr lang="en-US" sz="1200"/>
          </a:p>
        </p:txBody>
      </p:sp>
      <p:sp>
        <p:nvSpPr>
          <p:cNvPr id="41" name="zone-under"/>
          <p:cNvSpPr/>
          <p:nvPr/>
        </p:nvSpPr>
        <p:spPr>
          <a:xfrm>
            <a:off x="5440680" y="3017520"/>
            <a:ext cx="58890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86" y="3017520"/>
            <a:ext cx="220509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5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€30.9M</a:t>
            </a:r>
            <a:endParaRPr lang="en-US" sz="1000"/>
          </a:p>
        </p:txBody>
      </p:sp>
      <p:sp>
        <p:nvSpPr>
          <p:cNvPr id="46" name="Text 41"/>
          <p:cNvSpPr txBox="1"/>
          <p:nvPr/>
        </p:nvSpPr>
        <p:spPr>
          <a:xfrm>
            <a:off x="557238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€179.7M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€30.9M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€30.9M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€123.7M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€185.6M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€61.9M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€37.9M to €179.7M</a:t>
            </a:r>
            <a:endParaRPr lang="en-US" sz="1200"/>
          </a:p>
        </p:txBody>
      </p:sp>
      <p:sp>
        <p:nvSpPr>
          <p:cNvPr id="41" name="zone-under"/>
          <p:cNvSpPr/>
          <p:nvPr/>
        </p:nvSpPr>
        <p:spPr>
          <a:xfrm>
            <a:off x="5440680" y="3017520"/>
            <a:ext cx="58890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86" y="3017520"/>
            <a:ext cx="220509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1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6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€61.9M</a:t>
            </a:r>
            <a:endParaRPr lang="en-US" sz="1000"/>
          </a:p>
        </p:txBody>
      </p:sp>
      <p:sp>
        <p:nvSpPr>
          <p:cNvPr id="46" name="Text 41"/>
          <p:cNvSpPr txBox="1"/>
          <p:nvPr/>
        </p:nvSpPr>
        <p:spPr>
          <a:xfrm>
            <a:off x="557238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€179.7M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€61.9M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€30.9M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€123.7M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€185.6M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€61.9M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€37.9M to €179.7M</a:t>
            </a:r>
            <a:endParaRPr lang="en-US" sz="1200"/>
          </a:p>
        </p:txBody>
      </p:sp>
      <p:sp>
        <p:nvSpPr>
          <p:cNvPr id="41" name="zone-under"/>
          <p:cNvSpPr/>
          <p:nvPr/>
        </p:nvSpPr>
        <p:spPr>
          <a:xfrm>
            <a:off x="5440680" y="3017520"/>
            <a:ext cx="58890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86" y="3017520"/>
            <a:ext cx="220509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64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28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€123.7M</a:t>
            </a:r>
            <a:endParaRPr lang="en-US" sz="1000"/>
          </a:p>
        </p:txBody>
      </p:sp>
      <p:sp>
        <p:nvSpPr>
          <p:cNvPr id="46" name="Text 41"/>
          <p:cNvSpPr txBox="1"/>
          <p:nvPr/>
        </p:nvSpPr>
        <p:spPr>
          <a:xfrm>
            <a:off x="557238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€179.7M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€123.7M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p:cNvSpPr txBox="1"/>
          <p:nvPr/>
        </p:nvSpPr>
        <p:spPr>
          <a:xfrm>
            <a:off x="457200"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Neto</a:t>
            </a:r>
            <a:endParaRPr lang="en-US" sz="1000"/>
          </a:p>
        </p:txBody>
      </p:sp>
      <p:sp>
        <p:nvSpPr>
          <p:cNvPr id="7" name="chip-player-2">
            <a:hlinkClick r:id="rId5"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€30.9M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€123.7M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€185.6M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Pedro Neto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€61.9M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€37.9M to €179.7M</a:t>
            </a:r>
            <a:endParaRPr lang="en-US" sz="1200"/>
          </a:p>
        </p:txBody>
      </p:sp>
      <p:sp>
        <p:nvSpPr>
          <p:cNvPr id="41" name="zone-under"/>
          <p:cNvSpPr/>
          <p:nvPr/>
        </p:nvSpPr>
        <p:spPr>
          <a:xfrm>
            <a:off x="5440680" y="3017520"/>
            <a:ext cx="57006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40" y="3017520"/>
            <a:ext cx="213452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265" y="3017520"/>
            <a:ext cx="312935"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€185.6M</a:t>
            </a:r>
            <a:endParaRPr lang="en-US" sz="1000"/>
          </a:p>
        </p:txBody>
      </p:sp>
      <p:sp>
        <p:nvSpPr>
          <p:cNvPr id="46" name="Text 41"/>
          <p:cNvSpPr txBox="1"/>
          <p:nvPr/>
        </p:nvSpPr>
        <p:spPr>
          <a:xfrm>
            <a:off x="555354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€179.7M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€185.6M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€26.4M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€105.4M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€52.7M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€38.4M to €123.7M</a:t>
            </a:r>
            <a:endParaRPr lang="en-US" sz="1200"/>
          </a:p>
        </p:txBody>
      </p:sp>
      <p:sp>
        <p:nvSpPr>
          <p:cNvPr id="41" name="zone-under"/>
          <p:cNvSpPr/>
          <p:nvPr/>
        </p:nvSpPr>
        <p:spPr>
          <a:xfrm>
            <a:off x="5440680" y="3017520"/>
            <a:ext cx="86824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21" y="3017520"/>
            <a:ext cx="192575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78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3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€26.4M</a:t>
            </a:r>
            <a:endParaRPr lang="en-US" sz="1000"/>
          </a:p>
        </p:txBody>
      </p:sp>
      <p:sp>
        <p:nvSpPr>
          <p:cNvPr id="46" name="Text 41"/>
          <p:cNvSpPr txBox="1"/>
          <p:nvPr/>
        </p:nvSpPr>
        <p:spPr>
          <a:xfrm>
            <a:off x="585172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€38.4M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€123.7M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€26.4M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€52.7M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€105.4M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€52.7M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€38.4M to €123.7M</a:t>
            </a:r>
            <a:endParaRPr lang="en-US" sz="1200"/>
          </a:p>
        </p:txBody>
      </p:sp>
      <p:sp>
        <p:nvSpPr>
          <p:cNvPr id="41" name="zone-under"/>
          <p:cNvSpPr/>
          <p:nvPr/>
        </p:nvSpPr>
        <p:spPr>
          <a:xfrm>
            <a:off x="5440680" y="3017520"/>
            <a:ext cx="86824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21" y="3017520"/>
            <a:ext cx="192575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17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82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€52.7M</a:t>
            </a:r>
            <a:endParaRPr lang="en-US" sz="1000"/>
          </a:p>
        </p:txBody>
      </p:sp>
      <p:sp>
        <p:nvSpPr>
          <p:cNvPr id="46" name="Text 41"/>
          <p:cNvSpPr txBox="1"/>
          <p:nvPr/>
        </p:nvSpPr>
        <p:spPr>
          <a:xfrm>
            <a:off x="585172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€38.4M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€123.7M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€52.7M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€105.4M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€52.7M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€38.4M to €123.7M</a:t>
            </a:r>
            <a:endParaRPr lang="en-US" sz="1200"/>
          </a:p>
        </p:txBody>
      </p:sp>
      <p:sp>
        <p:nvSpPr>
          <p:cNvPr id="41" name="zone-under"/>
          <p:cNvSpPr/>
          <p:nvPr/>
        </p:nvSpPr>
        <p:spPr>
          <a:xfrm>
            <a:off x="5440680" y="3017520"/>
            <a:ext cx="86824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21" y="3017520"/>
            <a:ext cx="192575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395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60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€105.4M</a:t>
            </a:r>
            <a:endParaRPr lang="en-US" sz="1000"/>
          </a:p>
        </p:txBody>
      </p:sp>
      <p:sp>
        <p:nvSpPr>
          <p:cNvPr id="46" name="Text 41"/>
          <p:cNvSpPr txBox="1"/>
          <p:nvPr/>
        </p:nvSpPr>
        <p:spPr>
          <a:xfrm>
            <a:off x="585172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€38.4M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€123.7M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€105.4M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€105.4M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€158.2M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€52.7M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€38.4M to €123.7M</a:t>
            </a:r>
            <a:endParaRPr lang="en-US" sz="1200"/>
          </a:p>
        </p:txBody>
      </p:sp>
      <p:sp>
        <p:nvSpPr>
          <p:cNvPr id="41" name="zone-under"/>
          <p:cNvSpPr/>
          <p:nvPr/>
        </p:nvSpPr>
        <p:spPr>
          <a:xfrm>
            <a:off x="5440680" y="3017520"/>
            <a:ext cx="67906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748" y="3017520"/>
            <a:ext cx="150617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922" y="3017520"/>
            <a:ext cx="832278"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€158.2M</a:t>
            </a:r>
            <a:endParaRPr lang="en-US" sz="1000"/>
          </a:p>
        </p:txBody>
      </p:sp>
      <p:sp>
        <p:nvSpPr>
          <p:cNvPr id="46" name="Text 41"/>
          <p:cNvSpPr txBox="1"/>
          <p:nvPr/>
        </p:nvSpPr>
        <p:spPr>
          <a:xfrm>
            <a:off x="566254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€38.4M</a:t>
            </a:r>
            <a:endParaRPr lang="en-US" sz="1000"/>
          </a:p>
        </p:txBody>
      </p:sp>
      <p:sp>
        <p:nvSpPr>
          <p:cNvPr id="47" name="Text 42"/>
          <p:cNvSpPr txBox="1"/>
          <p:nvPr/>
        </p:nvSpPr>
        <p:spPr>
          <a:xfrm>
            <a:off x="716872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€123.7M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€158.2M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€27.9M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€167.5M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€34.2M to €162.2M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2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€27.9M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€27.9M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€55.8M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€167.5M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€34.2M to €162.2M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45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09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€55.8M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€55.8M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€111.7M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€167.5M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€34.2M to €162.2M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508"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156"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€111.7M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€111.7M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p:cNvSpPr txBox="1"/>
          <p:nvPr/>
        </p:nvSpPr>
        <p:spPr>
          <a:xfrm>
            <a:off x="457200"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Cunha</a:t>
            </a:r>
            <a:endParaRPr lang="en-US" sz="1000"/>
          </a:p>
        </p:txBody>
      </p:sp>
      <p:sp>
        <p:nvSpPr>
          <p:cNvPr id="8" name="chip-player-3">
            <a:hlinkClick r:id="rId6"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€167.5M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Matheus Cunha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Premier League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€34.2M to €162.2M</a:t>
            </a:r>
            <a:endParaRPr lang="en-US" sz="1200"/>
          </a:p>
        </p:txBody>
      </p:sp>
      <p:sp>
        <p:nvSpPr>
          <p:cNvPr id="41" name="zone-under"/>
          <p:cNvSpPr/>
          <p:nvPr/>
        </p:nvSpPr>
        <p:spPr>
          <a:xfrm>
            <a:off x="5440680" y="3017520"/>
            <a:ext cx="57007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55" y="3017520"/>
            <a:ext cx="213469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449" y="3017520"/>
            <a:ext cx="31275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€167.5M</a:t>
            </a:r>
            <a:endParaRPr lang="en-US" sz="1000"/>
          </a:p>
        </p:txBody>
      </p:sp>
      <p:sp>
        <p:nvSpPr>
          <p:cNvPr id="46" name="Text 41"/>
          <p:cNvSpPr txBox="1"/>
          <p:nvPr/>
        </p:nvSpPr>
        <p:spPr>
          <a:xfrm>
            <a:off x="555355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€167.5M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€27.8M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€166.8M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€40.5M to €130.4M</a:t>
            </a:r>
            <a:endParaRPr lang="en-US" sz="1200"/>
          </a:p>
        </p:txBody>
      </p:sp>
      <p:sp>
        <p:nvSpPr>
          <p:cNvPr id="41" name="zone-under"/>
          <p:cNvSpPr/>
          <p:nvPr/>
        </p:nvSpPr>
        <p:spPr>
          <a:xfrm>
            <a:off x="5440680" y="3017520"/>
            <a:ext cx="8681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10" y="3017520"/>
            <a:ext cx="19258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9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54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€27.8M</a:t>
            </a:r>
            <a:endParaRPr lang="en-US" sz="1000"/>
          </a:p>
        </p:txBody>
      </p:sp>
      <p:sp>
        <p:nvSpPr>
          <p:cNvPr id="46" name="Text 41"/>
          <p:cNvSpPr txBox="1"/>
          <p:nvPr/>
        </p:nvSpPr>
        <p:spPr>
          <a:xfrm>
            <a:off x="58516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€40.5M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€130.4M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€27.8M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€55.6M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€166.8M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€40.5M to €130.4M</a:t>
            </a:r>
            <a:endParaRPr lang="en-US" sz="1200"/>
          </a:p>
        </p:txBody>
      </p:sp>
      <p:sp>
        <p:nvSpPr>
          <p:cNvPr id="41" name="zone-under"/>
          <p:cNvSpPr/>
          <p:nvPr/>
        </p:nvSpPr>
        <p:spPr>
          <a:xfrm>
            <a:off x="5440680" y="3017520"/>
            <a:ext cx="8681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10" y="3017520"/>
            <a:ext cx="19258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39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304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€55.6M</a:t>
            </a:r>
            <a:endParaRPr lang="en-US" sz="1000"/>
          </a:p>
        </p:txBody>
      </p:sp>
      <p:sp>
        <p:nvSpPr>
          <p:cNvPr id="46" name="Text 41"/>
          <p:cNvSpPr txBox="1"/>
          <p:nvPr/>
        </p:nvSpPr>
        <p:spPr>
          <a:xfrm>
            <a:off x="58516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€40.5M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€130.4M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€55.6M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€111.2M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€166.8M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€40.5M to €130.4M</a:t>
            </a:r>
            <a:endParaRPr lang="en-US" sz="1200"/>
          </a:p>
        </p:txBody>
      </p:sp>
      <p:sp>
        <p:nvSpPr>
          <p:cNvPr id="41" name="zone-under"/>
          <p:cNvSpPr/>
          <p:nvPr/>
        </p:nvSpPr>
        <p:spPr>
          <a:xfrm>
            <a:off x="5440680" y="3017520"/>
            <a:ext cx="8681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10" y="3017520"/>
            <a:ext cx="19258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39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404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€111.2M</a:t>
            </a:r>
            <a:endParaRPr lang="en-US" sz="1000"/>
          </a:p>
        </p:txBody>
      </p:sp>
      <p:sp>
        <p:nvSpPr>
          <p:cNvPr id="46" name="Text 41"/>
          <p:cNvSpPr txBox="1"/>
          <p:nvPr/>
        </p:nvSpPr>
        <p:spPr>
          <a:xfrm>
            <a:off x="58516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€40.5M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€130.4M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€111.2M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€55.6M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€111.2M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€166.8M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€55.6M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€40.5M to €130.4M</a:t>
            </a:r>
            <a:endParaRPr lang="en-US" sz="1200"/>
          </a:p>
        </p:txBody>
      </p:sp>
      <p:sp>
        <p:nvSpPr>
          <p:cNvPr id="41" name="zone-under"/>
          <p:cNvSpPr/>
          <p:nvPr/>
        </p:nvSpPr>
        <p:spPr>
          <a:xfrm>
            <a:off x="5440680" y="3017520"/>
            <a:ext cx="67885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536" y="3017520"/>
            <a:ext cx="150598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519" y="3017520"/>
            <a:ext cx="83268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€166.8M</a:t>
            </a:r>
            <a:endParaRPr lang="en-US" sz="1000"/>
          </a:p>
        </p:txBody>
      </p:sp>
      <p:sp>
        <p:nvSpPr>
          <p:cNvPr id="46" name="Text 41"/>
          <p:cNvSpPr txBox="1"/>
          <p:nvPr/>
        </p:nvSpPr>
        <p:spPr>
          <a:xfrm>
            <a:off x="566233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€40.5M</a:t>
            </a:r>
            <a:endParaRPr lang="en-US" sz="1000"/>
          </a:p>
        </p:txBody>
      </p:sp>
      <p:sp>
        <p:nvSpPr>
          <p:cNvPr id="47" name="Text 42"/>
          <p:cNvSpPr txBox="1"/>
          <p:nvPr/>
        </p:nvSpPr>
        <p:spPr>
          <a:xfrm>
            <a:off x="716831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€130.4M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€166.8M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€112.2M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€34.3M to €162.9M</a:t>
            </a:r>
            <a:endParaRPr lang="en-US" sz="1200"/>
          </a:p>
        </p:txBody>
      </p:sp>
      <p:sp>
        <p:nvSpPr>
          <p:cNvPr id="41" name="zone-under"/>
          <p:cNvSpPr/>
          <p:nvPr/>
        </p:nvSpPr>
        <p:spPr>
          <a:xfrm>
            <a:off x="5440680" y="3017520"/>
            <a:ext cx="58899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6" y="3017520"/>
            <a:ext cx="220500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7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€28.0M</a:t>
            </a:r>
            <a:endParaRPr lang="en-US" sz="1000"/>
          </a:p>
        </p:txBody>
      </p:sp>
      <p:sp>
        <p:nvSpPr>
          <p:cNvPr id="46" name="Text 41"/>
          <p:cNvSpPr txBox="1"/>
          <p:nvPr/>
        </p:nvSpPr>
        <p:spPr>
          <a:xfrm>
            <a:off x="557247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€28.0M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€56.1M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€112.2M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€34.3M to €162.9M</a:t>
            </a:r>
            <a:endParaRPr lang="en-US" sz="1200"/>
          </a:p>
        </p:txBody>
      </p:sp>
      <p:sp>
        <p:nvSpPr>
          <p:cNvPr id="41" name="zone-under"/>
          <p:cNvSpPr/>
          <p:nvPr/>
        </p:nvSpPr>
        <p:spPr>
          <a:xfrm>
            <a:off x="5440680" y="3017520"/>
            <a:ext cx="58899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6" y="3017520"/>
            <a:ext cx="220500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5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9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€56.1M</a:t>
            </a:r>
            <a:endParaRPr lang="en-US" sz="1000"/>
          </a:p>
        </p:txBody>
      </p:sp>
      <p:sp>
        <p:nvSpPr>
          <p:cNvPr id="46" name="Text 41"/>
          <p:cNvSpPr txBox="1"/>
          <p:nvPr/>
        </p:nvSpPr>
        <p:spPr>
          <a:xfrm>
            <a:off x="557247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€56.1M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€112.2M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€34.3M to €162.9M</a:t>
            </a:r>
            <a:endParaRPr lang="en-US" sz="1200"/>
          </a:p>
        </p:txBody>
      </p:sp>
      <p:sp>
        <p:nvSpPr>
          <p:cNvPr id="41" name="zone-under"/>
          <p:cNvSpPr/>
          <p:nvPr/>
        </p:nvSpPr>
        <p:spPr>
          <a:xfrm>
            <a:off x="5440680" y="3017520"/>
            <a:ext cx="58899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6" y="3017520"/>
            <a:ext cx="220500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70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35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€112.2M</a:t>
            </a:r>
            <a:endParaRPr lang="en-US" sz="1000"/>
          </a:p>
        </p:txBody>
      </p:sp>
      <p:sp>
        <p:nvSpPr>
          <p:cNvPr id="46" name="Text 41"/>
          <p:cNvSpPr txBox="1"/>
          <p:nvPr/>
        </p:nvSpPr>
        <p:spPr>
          <a:xfrm>
            <a:off x="557247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€112.2M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p:cNvSpPr txBox="1"/>
          <p:nvPr/>
        </p:nvSpPr>
        <p:spPr>
          <a:xfrm>
            <a:off x="1362456"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Rashford</a:t>
            </a:r>
            <a:endParaRPr lang="en-US" sz="1000"/>
          </a:p>
        </p:txBody>
      </p:sp>
      <p:sp>
        <p:nvSpPr>
          <p:cNvPr id="9" name="chip-player-4">
            <a:hlinkClick r:id="rId7"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€112.2M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€168.2M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Marcus Rashford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€34.3M to €162.9M</a:t>
            </a:r>
            <a:endParaRPr lang="en-US" sz="1200"/>
          </a:p>
        </p:txBody>
      </p:sp>
      <p:sp>
        <p:nvSpPr>
          <p:cNvPr id="41" name="zone-under"/>
          <p:cNvSpPr/>
          <p:nvPr/>
        </p:nvSpPr>
        <p:spPr>
          <a:xfrm>
            <a:off x="5440680" y="3017520"/>
            <a:ext cx="57012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806" y="3017520"/>
            <a:ext cx="213436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167" y="3017520"/>
            <a:ext cx="313033"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€168.2M</a:t>
            </a:r>
            <a:endParaRPr lang="en-US" sz="1000"/>
          </a:p>
        </p:txBody>
      </p:sp>
      <p:sp>
        <p:nvSpPr>
          <p:cNvPr id="46" name="Text 41"/>
          <p:cNvSpPr txBox="1"/>
          <p:nvPr/>
        </p:nvSpPr>
        <p:spPr>
          <a:xfrm>
            <a:off x="555360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€162.9M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€168.2M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€55.0M of 2024Q4</a:t>
            </a:r>
            <a:endParaRPr lang="en-US" sz="11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€47.3M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€34.5M to €111.1M</a:t>
            </a:r>
            <a:endParaRPr lang="en-US" sz="1200"/>
          </a:p>
        </p:txBody>
      </p:sp>
      <p:sp>
        <p:nvSpPr>
          <p:cNvPr id="41" name="zone-under"/>
          <p:cNvSpPr/>
          <p:nvPr/>
        </p:nvSpPr>
        <p:spPr>
          <a:xfrm>
            <a:off x="5440680" y="3017520"/>
            <a:ext cx="86826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46" y="3017520"/>
            <a:ext cx="192573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0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4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€23.7M</a:t>
            </a:r>
            <a:endParaRPr lang="en-US" sz="1000"/>
          </a:p>
        </p:txBody>
      </p:sp>
      <p:sp>
        <p:nvSpPr>
          <p:cNvPr id="46" name="Text 41"/>
          <p:cNvSpPr txBox="1"/>
          <p:nvPr/>
        </p:nvSpPr>
        <p:spPr>
          <a:xfrm>
            <a:off x="585174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€111.1M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€23.7M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€47.3M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€47.3M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€34.5M to €111.1M</a:t>
            </a:r>
            <a:endParaRPr lang="en-US" sz="1200"/>
          </a:p>
        </p:txBody>
      </p:sp>
      <p:sp>
        <p:nvSpPr>
          <p:cNvPr id="41" name="zone-under"/>
          <p:cNvSpPr/>
          <p:nvPr/>
        </p:nvSpPr>
        <p:spPr>
          <a:xfrm>
            <a:off x="5440680" y="3017520"/>
            <a:ext cx="86826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46" y="3017520"/>
            <a:ext cx="192573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20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85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€47.3M</a:t>
            </a:r>
            <a:endParaRPr lang="en-US" sz="1000"/>
          </a:p>
        </p:txBody>
      </p:sp>
      <p:sp>
        <p:nvSpPr>
          <p:cNvPr id="46" name="Text 41"/>
          <p:cNvSpPr txBox="1"/>
          <p:nvPr/>
        </p:nvSpPr>
        <p:spPr>
          <a:xfrm>
            <a:off x="585174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€111.1M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€47.3M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€94.7M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€47.3M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€34.5M to €111.1M</a:t>
            </a:r>
            <a:endParaRPr lang="en-US" sz="1200"/>
          </a:p>
        </p:txBody>
      </p:sp>
      <p:sp>
        <p:nvSpPr>
          <p:cNvPr id="41" name="zone-under"/>
          <p:cNvSpPr/>
          <p:nvPr/>
        </p:nvSpPr>
        <p:spPr>
          <a:xfrm>
            <a:off x="5440680" y="3017520"/>
            <a:ext cx="868266"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46" y="3017520"/>
            <a:ext cx="192573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02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67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€94.7M</a:t>
            </a:r>
            <a:endParaRPr lang="en-US" sz="1000"/>
          </a:p>
        </p:txBody>
      </p:sp>
      <p:sp>
        <p:nvSpPr>
          <p:cNvPr id="46" name="Text 41"/>
          <p:cNvSpPr txBox="1"/>
          <p:nvPr/>
        </p:nvSpPr>
        <p:spPr>
          <a:xfrm>
            <a:off x="5851746"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€34.5M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€111.1M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€94.7M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€142.0M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€47.3M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€34.5M to €111.1M</a:t>
            </a:r>
            <a:endParaRPr lang="en-US" sz="1200"/>
          </a:p>
        </p:txBody>
      </p:sp>
      <p:sp>
        <p:nvSpPr>
          <p:cNvPr id="41" name="zone-under"/>
          <p:cNvSpPr/>
          <p:nvPr/>
        </p:nvSpPr>
        <p:spPr>
          <a:xfrm>
            <a:off x="5440680" y="3017520"/>
            <a:ext cx="67906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749" y="3017520"/>
            <a:ext cx="150611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860" y="3017520"/>
            <a:ext cx="83234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€142.0M</a:t>
            </a:r>
            <a:endParaRPr lang="en-US" sz="1000"/>
          </a:p>
        </p:txBody>
      </p:sp>
      <p:sp>
        <p:nvSpPr>
          <p:cNvPr id="46" name="Text 41"/>
          <p:cNvSpPr txBox="1"/>
          <p:nvPr/>
        </p:nvSpPr>
        <p:spPr>
          <a:xfrm>
            <a:off x="566254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€34.5M</a:t>
            </a:r>
            <a:endParaRPr lang="en-US" sz="1000"/>
          </a:p>
        </p:txBody>
      </p:sp>
      <p:sp>
        <p:nvSpPr>
          <p:cNvPr id="47" name="Text 42"/>
          <p:cNvSpPr txBox="1"/>
          <p:nvPr/>
        </p:nvSpPr>
        <p:spPr>
          <a:xfrm>
            <a:off x="716866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€111.1M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€142.0M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€19.0M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€38.0M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€75.9M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€113.9M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€38.0M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€23.2M to €110.3M</a:t>
            </a:r>
            <a:endParaRPr lang="en-US" sz="1200"/>
          </a:p>
        </p:txBody>
      </p:sp>
      <p:sp>
        <p:nvSpPr>
          <p:cNvPr id="41" name="zone-under"/>
          <p:cNvSpPr/>
          <p:nvPr/>
        </p:nvSpPr>
        <p:spPr>
          <a:xfrm>
            <a:off x="5440680" y="3017520"/>
            <a:ext cx="58885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31" y="3017520"/>
            <a:ext cx="220514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3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€19.0M</a:t>
            </a:r>
            <a:endParaRPr lang="en-US" sz="1000"/>
          </a:p>
        </p:txBody>
      </p:sp>
      <p:sp>
        <p:nvSpPr>
          <p:cNvPr id="46" name="Text 41"/>
          <p:cNvSpPr txBox="1"/>
          <p:nvPr/>
        </p:nvSpPr>
        <p:spPr>
          <a:xfrm>
            <a:off x="557233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€19.0M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€19.0M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€38.0M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€75.9M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€113.9M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€38.0M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€23.2M to €110.3M</a:t>
            </a:r>
            <a:endParaRPr lang="en-US" sz="1200"/>
          </a:p>
        </p:txBody>
      </p:sp>
      <p:sp>
        <p:nvSpPr>
          <p:cNvPr id="41" name="zone-under"/>
          <p:cNvSpPr/>
          <p:nvPr/>
        </p:nvSpPr>
        <p:spPr>
          <a:xfrm>
            <a:off x="5440680" y="3017520"/>
            <a:ext cx="58885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31" y="3017520"/>
            <a:ext cx="220514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46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1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€38.0M</a:t>
            </a:r>
            <a:endParaRPr lang="en-US" sz="1000"/>
          </a:p>
        </p:txBody>
      </p:sp>
      <p:sp>
        <p:nvSpPr>
          <p:cNvPr id="46" name="Text 41"/>
          <p:cNvSpPr txBox="1"/>
          <p:nvPr/>
        </p:nvSpPr>
        <p:spPr>
          <a:xfrm>
            <a:off x="557233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€38.0M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€19.0M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€38.0M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€75.9M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€113.9M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€38.0M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€23.2M to €110.3M</a:t>
            </a:r>
            <a:endParaRPr lang="en-US" sz="1200"/>
          </a:p>
        </p:txBody>
      </p:sp>
      <p:sp>
        <p:nvSpPr>
          <p:cNvPr id="41" name="zone-under"/>
          <p:cNvSpPr/>
          <p:nvPr/>
        </p:nvSpPr>
        <p:spPr>
          <a:xfrm>
            <a:off x="5440680" y="3017520"/>
            <a:ext cx="58885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31" y="3017520"/>
            <a:ext cx="220514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54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19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€75.9M</a:t>
            </a:r>
            <a:endParaRPr lang="en-US" sz="1000"/>
          </a:p>
        </p:txBody>
      </p:sp>
      <p:sp>
        <p:nvSpPr>
          <p:cNvPr id="46" name="Text 41"/>
          <p:cNvSpPr txBox="1"/>
          <p:nvPr/>
        </p:nvSpPr>
        <p:spPr>
          <a:xfrm>
            <a:off x="557233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€75.9M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p:cNvSpPr txBox="1"/>
          <p:nvPr/>
        </p:nvSpPr>
        <p:spPr>
          <a:xfrm>
            <a:off x="1362456"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Araujo</a:t>
            </a:r>
            <a:endParaRPr lang="en-US" sz="1000"/>
          </a:p>
        </p:txBody>
      </p:sp>
      <p:sp>
        <p:nvSpPr>
          <p:cNvPr id="10" name="chip-player-5">
            <a:hlinkClick r:id="rId8"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€19.0M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€38.0M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€75.9M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€113.9M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Ronald Araujo</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€38.0M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€23.2M to €110.3M</a:t>
            </a:r>
            <a:endParaRPr lang="en-US" sz="1200"/>
          </a:p>
        </p:txBody>
      </p:sp>
      <p:sp>
        <p:nvSpPr>
          <p:cNvPr id="41" name="zone-under"/>
          <p:cNvSpPr/>
          <p:nvPr/>
        </p:nvSpPr>
        <p:spPr>
          <a:xfrm>
            <a:off x="5440680" y="3017520"/>
            <a:ext cx="570034"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14" y="3017520"/>
            <a:ext cx="213468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398" y="3017520"/>
            <a:ext cx="312802"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€113.9M</a:t>
            </a:r>
            <a:endParaRPr lang="en-US" sz="1000"/>
          </a:p>
        </p:txBody>
      </p:sp>
      <p:sp>
        <p:nvSpPr>
          <p:cNvPr id="46" name="Text 41"/>
          <p:cNvSpPr txBox="1"/>
          <p:nvPr/>
        </p:nvSpPr>
        <p:spPr>
          <a:xfrm>
            <a:off x="555351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€110.3M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€113.9M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€55.0M of 2024Q4</a:t>
            </a:r>
            <a:endParaRPr lang="en-US" sz="11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€103.8M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€155.7M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€37.8M to €121.8M</a:t>
            </a:r>
            <a:endParaRPr lang="en-US" sz="1200"/>
          </a:p>
        </p:txBody>
      </p:sp>
      <p:sp>
        <p:nvSpPr>
          <p:cNvPr id="41" name="zone-under"/>
          <p:cNvSpPr/>
          <p:nvPr/>
        </p:nvSpPr>
        <p:spPr>
          <a:xfrm>
            <a:off x="5440680" y="3017520"/>
            <a:ext cx="868164"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4" y="3017520"/>
            <a:ext cx="1925836"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78"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526"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€26.0M</a:t>
            </a:r>
            <a:endParaRPr lang="en-US" sz="1000"/>
          </a:p>
        </p:txBody>
      </p:sp>
      <p:sp>
        <p:nvSpPr>
          <p:cNvPr id="46" name="Text 41"/>
          <p:cNvSpPr txBox="1"/>
          <p:nvPr/>
        </p:nvSpPr>
        <p:spPr>
          <a:xfrm>
            <a:off x="585164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€121.8M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€26.0M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€103.8M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€155.7M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€37.8M to €121.8M</a:t>
            </a:r>
            <a:endParaRPr lang="en-US" sz="1200"/>
          </a:p>
        </p:txBody>
      </p:sp>
      <p:sp>
        <p:nvSpPr>
          <p:cNvPr id="41" name="zone-under"/>
          <p:cNvSpPr/>
          <p:nvPr/>
        </p:nvSpPr>
        <p:spPr>
          <a:xfrm>
            <a:off x="5440680" y="3017520"/>
            <a:ext cx="868164"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4" y="3017520"/>
            <a:ext cx="1925836"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36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301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€51.9M</a:t>
            </a:r>
            <a:endParaRPr lang="en-US" sz="1000"/>
          </a:p>
        </p:txBody>
      </p:sp>
      <p:sp>
        <p:nvSpPr>
          <p:cNvPr id="46" name="Text 41"/>
          <p:cNvSpPr txBox="1"/>
          <p:nvPr/>
        </p:nvSpPr>
        <p:spPr>
          <a:xfrm>
            <a:off x="585164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€121.8M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€51.9M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€103.8M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€155.7M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€37.8M to €121.8M</a:t>
            </a:r>
            <a:endParaRPr lang="en-US" sz="1200"/>
          </a:p>
        </p:txBody>
      </p:sp>
      <p:sp>
        <p:nvSpPr>
          <p:cNvPr id="41" name="zone-under"/>
          <p:cNvSpPr/>
          <p:nvPr/>
        </p:nvSpPr>
        <p:spPr>
          <a:xfrm>
            <a:off x="5440680" y="3017520"/>
            <a:ext cx="868164"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4" y="3017520"/>
            <a:ext cx="1925836"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33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98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€103.8M</a:t>
            </a:r>
            <a:endParaRPr lang="en-US" sz="1000"/>
          </a:p>
        </p:txBody>
      </p:sp>
      <p:sp>
        <p:nvSpPr>
          <p:cNvPr id="46" name="Text 41"/>
          <p:cNvSpPr txBox="1"/>
          <p:nvPr/>
        </p:nvSpPr>
        <p:spPr>
          <a:xfrm>
            <a:off x="585164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€121.8M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€103.8M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€51.9M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€103.8M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€155.7M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€51.9M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€37.8M to €121.8M</a:t>
            </a:r>
            <a:endParaRPr lang="en-US" sz="1200"/>
          </a:p>
        </p:txBody>
      </p:sp>
      <p:sp>
        <p:nvSpPr>
          <p:cNvPr id="41" name="zone-under"/>
          <p:cNvSpPr/>
          <p:nvPr/>
        </p:nvSpPr>
        <p:spPr>
          <a:xfrm>
            <a:off x="5440680" y="3017520"/>
            <a:ext cx="67889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579" y="3017520"/>
            <a:ext cx="150599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573" y="3017520"/>
            <a:ext cx="832627"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€155.7M</a:t>
            </a:r>
            <a:endParaRPr lang="en-US" sz="1000"/>
          </a:p>
        </p:txBody>
      </p:sp>
      <p:sp>
        <p:nvSpPr>
          <p:cNvPr id="46" name="Text 41"/>
          <p:cNvSpPr txBox="1"/>
          <p:nvPr/>
        </p:nvSpPr>
        <p:spPr>
          <a:xfrm>
            <a:off x="566237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€37.8M</a:t>
            </a:r>
            <a:endParaRPr lang="en-US" sz="1000"/>
          </a:p>
        </p:txBody>
      </p:sp>
      <p:sp>
        <p:nvSpPr>
          <p:cNvPr id="47" name="Text 42"/>
          <p:cNvSpPr txBox="1"/>
          <p:nvPr/>
        </p:nvSpPr>
        <p:spPr>
          <a:xfrm>
            <a:off x="71683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€121.8M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€155.7M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€35.7M to €169.2M</a:t>
            </a:r>
            <a:endParaRPr lang="en-US" sz="1200"/>
          </a:p>
        </p:txBody>
      </p:sp>
      <p:sp>
        <p:nvSpPr>
          <p:cNvPr id="41" name="zone-under"/>
          <p:cNvSpPr/>
          <p:nvPr/>
        </p:nvSpPr>
        <p:spPr>
          <a:xfrm>
            <a:off x="5440680" y="3017520"/>
            <a:ext cx="58899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3" y="3017520"/>
            <a:ext cx="220500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4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€29.1M</a:t>
            </a:r>
            <a:endParaRPr lang="en-US" sz="1000"/>
          </a:p>
        </p:txBody>
      </p:sp>
      <p:sp>
        <p:nvSpPr>
          <p:cNvPr id="46" name="Text 41"/>
          <p:cNvSpPr txBox="1"/>
          <p:nvPr/>
        </p:nvSpPr>
        <p:spPr>
          <a:xfrm>
            <a:off x="55724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€35.7M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€169.2M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€29.1M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€58.3M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€35.7M to €169.2M</a:t>
            </a:r>
            <a:endParaRPr lang="en-US" sz="1200"/>
          </a:p>
        </p:txBody>
      </p:sp>
      <p:sp>
        <p:nvSpPr>
          <p:cNvPr id="41" name="zone-under"/>
          <p:cNvSpPr/>
          <p:nvPr/>
        </p:nvSpPr>
        <p:spPr>
          <a:xfrm>
            <a:off x="5440680" y="3017520"/>
            <a:ext cx="58899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3" y="3017520"/>
            <a:ext cx="220500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0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5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€58.3M</a:t>
            </a:r>
            <a:endParaRPr lang="en-US" sz="1000"/>
          </a:p>
        </p:txBody>
      </p:sp>
      <p:sp>
        <p:nvSpPr>
          <p:cNvPr id="46" name="Text 41"/>
          <p:cNvSpPr txBox="1"/>
          <p:nvPr/>
        </p:nvSpPr>
        <p:spPr>
          <a:xfrm>
            <a:off x="55724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€35.7M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€169.2M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€58.3M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€116.5M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€35.7M to €169.2M</a:t>
            </a:r>
            <a:endParaRPr lang="en-US" sz="1200"/>
          </a:p>
        </p:txBody>
      </p:sp>
      <p:sp>
        <p:nvSpPr>
          <p:cNvPr id="41" name="zone-under"/>
          <p:cNvSpPr/>
          <p:nvPr/>
        </p:nvSpPr>
        <p:spPr>
          <a:xfrm>
            <a:off x="5440680" y="3017520"/>
            <a:ext cx="58899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73" y="3017520"/>
            <a:ext cx="220500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61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26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€116.5M</a:t>
            </a:r>
            <a:endParaRPr lang="en-US" sz="1000"/>
          </a:p>
        </p:txBody>
      </p:sp>
      <p:sp>
        <p:nvSpPr>
          <p:cNvPr id="46" name="Text 41"/>
          <p:cNvSpPr txBox="1"/>
          <p:nvPr/>
        </p:nvSpPr>
        <p:spPr>
          <a:xfrm>
            <a:off x="55724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€35.7M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€169.2M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€116.5M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p:cNvSpPr txBox="1"/>
          <p:nvPr/>
        </p:nvSpPr>
        <p:spPr>
          <a:xfrm>
            <a:off x="1362456"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Sancet</a:t>
            </a:r>
            <a:endParaRPr lang="en-US" sz="1000"/>
          </a:p>
        </p:txBody>
      </p:sp>
      <p:sp>
        <p:nvSpPr>
          <p:cNvPr id="11" name="chip-player-6">
            <a:hlinkClick r:id="rId9"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€116.5M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€174.8M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Oihan Sancet</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La Liga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€35.7M to €169.2M</a:t>
            </a:r>
            <a:endParaRPr lang="en-US" sz="1200"/>
          </a:p>
        </p:txBody>
      </p:sp>
      <p:sp>
        <p:nvSpPr>
          <p:cNvPr id="41" name="zone-under"/>
          <p:cNvSpPr/>
          <p:nvPr/>
        </p:nvSpPr>
        <p:spPr>
          <a:xfrm>
            <a:off x="5440680" y="3017520"/>
            <a:ext cx="57015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832" y="3017520"/>
            <a:ext cx="213447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304" y="3017520"/>
            <a:ext cx="312896"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€174.8M</a:t>
            </a:r>
            <a:endParaRPr lang="en-US" sz="1000"/>
          </a:p>
        </p:txBody>
      </p:sp>
      <p:sp>
        <p:nvSpPr>
          <p:cNvPr id="46" name="Text 41"/>
          <p:cNvSpPr txBox="1"/>
          <p:nvPr/>
        </p:nvSpPr>
        <p:spPr>
          <a:xfrm>
            <a:off x="555363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€35.7M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€169.2M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€174.8M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€118.9M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€178.4M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€59.5M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€43.3M to €139.5M</a:t>
            </a:r>
            <a:endParaRPr lang="en-US" sz="1200"/>
          </a:p>
        </p:txBody>
      </p:sp>
      <p:sp>
        <p:nvSpPr>
          <p:cNvPr id="41" name="zone-under"/>
          <p:cNvSpPr/>
          <p:nvPr/>
        </p:nvSpPr>
        <p:spPr>
          <a:xfrm>
            <a:off x="5440680" y="3017520"/>
            <a:ext cx="86816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7" y="3017520"/>
            <a:ext cx="192583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3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7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€29.7M</a:t>
            </a:r>
            <a:endParaRPr lang="en-US" sz="1000"/>
          </a:p>
        </p:txBody>
      </p:sp>
      <p:sp>
        <p:nvSpPr>
          <p:cNvPr id="46" name="Text 41"/>
          <p:cNvSpPr txBox="1"/>
          <p:nvPr/>
        </p:nvSpPr>
        <p:spPr>
          <a:xfrm>
            <a:off x="585164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€29.7M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€59.5M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€118.9M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€178.4M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€59.5M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€43.3M to €139.5M</a:t>
            </a:r>
            <a:endParaRPr lang="en-US" sz="1200"/>
          </a:p>
        </p:txBody>
      </p:sp>
      <p:sp>
        <p:nvSpPr>
          <p:cNvPr id="41" name="zone-under"/>
          <p:cNvSpPr/>
          <p:nvPr/>
        </p:nvSpPr>
        <p:spPr>
          <a:xfrm>
            <a:off x="5440680" y="3017520"/>
            <a:ext cx="86816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7" y="3017520"/>
            <a:ext cx="192583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26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91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€59.5M</a:t>
            </a:r>
            <a:endParaRPr lang="en-US" sz="1000"/>
          </a:p>
        </p:txBody>
      </p:sp>
      <p:sp>
        <p:nvSpPr>
          <p:cNvPr id="46" name="Text 41"/>
          <p:cNvSpPr txBox="1"/>
          <p:nvPr/>
        </p:nvSpPr>
        <p:spPr>
          <a:xfrm>
            <a:off x="585164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€59.5M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€118.9M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€178.4M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€59.5M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€43.3M to €139.5M</a:t>
            </a:r>
            <a:endParaRPr lang="en-US" sz="1200"/>
          </a:p>
        </p:txBody>
      </p:sp>
      <p:sp>
        <p:nvSpPr>
          <p:cNvPr id="41" name="zone-under"/>
          <p:cNvSpPr/>
          <p:nvPr/>
        </p:nvSpPr>
        <p:spPr>
          <a:xfrm>
            <a:off x="5440680" y="3017520"/>
            <a:ext cx="86816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47" y="3017520"/>
            <a:ext cx="192583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14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79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€118.9M</a:t>
            </a:r>
            <a:endParaRPr lang="en-US" sz="1000"/>
          </a:p>
        </p:txBody>
      </p:sp>
      <p:sp>
        <p:nvSpPr>
          <p:cNvPr id="46" name="Text 41"/>
          <p:cNvSpPr txBox="1"/>
          <p:nvPr/>
        </p:nvSpPr>
        <p:spPr>
          <a:xfrm>
            <a:off x="585164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€118.9M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€118.9M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€178.4M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€59.5M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€43.3M to €139.5M</a:t>
            </a:r>
            <a:endParaRPr lang="en-US" sz="1200"/>
          </a:p>
        </p:txBody>
      </p:sp>
      <p:sp>
        <p:nvSpPr>
          <p:cNvPr id="41" name="zone-under"/>
          <p:cNvSpPr/>
          <p:nvPr/>
        </p:nvSpPr>
        <p:spPr>
          <a:xfrm>
            <a:off x="5440680" y="3017520"/>
            <a:ext cx="67895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637" y="3017520"/>
            <a:ext cx="150611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749" y="3017520"/>
            <a:ext cx="83245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€178.4M</a:t>
            </a:r>
            <a:endParaRPr lang="en-US" sz="1000"/>
          </a:p>
        </p:txBody>
      </p:sp>
      <p:sp>
        <p:nvSpPr>
          <p:cNvPr id="46" name="Text 41"/>
          <p:cNvSpPr txBox="1"/>
          <p:nvPr/>
        </p:nvSpPr>
        <p:spPr>
          <a:xfrm>
            <a:off x="566243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€43.3M</a:t>
            </a:r>
            <a:endParaRPr lang="en-US" sz="1000"/>
          </a:p>
        </p:txBody>
      </p:sp>
      <p:sp>
        <p:nvSpPr>
          <p:cNvPr id="47" name="Text 42"/>
          <p:cNvSpPr txBox="1"/>
          <p:nvPr/>
        </p:nvSpPr>
        <p:spPr>
          <a:xfrm>
            <a:off x="716854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€139.5M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€178.4M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€117.6M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€36.0M to €170.8M</a:t>
            </a:r>
            <a:endParaRPr lang="en-US" sz="1200"/>
          </a:p>
        </p:txBody>
      </p:sp>
      <p:sp>
        <p:nvSpPr>
          <p:cNvPr id="41" name="zone-under"/>
          <p:cNvSpPr/>
          <p:nvPr/>
        </p:nvSpPr>
        <p:spPr>
          <a:xfrm>
            <a:off x="5440680" y="3017520"/>
            <a:ext cx="58886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5" y="3017520"/>
            <a:ext cx="220513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6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€29.4M</a:t>
            </a:r>
            <a:endParaRPr lang="en-US" sz="1000"/>
          </a:p>
        </p:txBody>
      </p:sp>
      <p:sp>
        <p:nvSpPr>
          <p:cNvPr id="46" name="Text 41"/>
          <p:cNvSpPr txBox="1"/>
          <p:nvPr/>
        </p:nvSpPr>
        <p:spPr>
          <a:xfrm>
            <a:off x="557234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€36.0M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€29.4M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€58.8M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€117.6M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€36.0M to €170.8M</a:t>
            </a:r>
            <a:endParaRPr lang="en-US" sz="1200"/>
          </a:p>
        </p:txBody>
      </p:sp>
      <p:sp>
        <p:nvSpPr>
          <p:cNvPr id="41" name="zone-under"/>
          <p:cNvSpPr/>
          <p:nvPr/>
        </p:nvSpPr>
        <p:spPr>
          <a:xfrm>
            <a:off x="5440680" y="3017520"/>
            <a:ext cx="58886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5" y="3017520"/>
            <a:ext cx="220513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3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€58.8M</a:t>
            </a:r>
            <a:endParaRPr lang="en-US" sz="1000"/>
          </a:p>
        </p:txBody>
      </p:sp>
      <p:sp>
        <p:nvSpPr>
          <p:cNvPr id="46" name="Text 41"/>
          <p:cNvSpPr txBox="1"/>
          <p:nvPr/>
        </p:nvSpPr>
        <p:spPr>
          <a:xfrm>
            <a:off x="557234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€36.0M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€58.8M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€117.6M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€36.0M to €170.8M</a:t>
            </a:r>
            <a:endParaRPr lang="en-US" sz="1200"/>
          </a:p>
        </p:txBody>
      </p:sp>
      <p:sp>
        <p:nvSpPr>
          <p:cNvPr id="41" name="zone-under"/>
          <p:cNvSpPr/>
          <p:nvPr/>
        </p:nvSpPr>
        <p:spPr>
          <a:xfrm>
            <a:off x="5440680" y="3017520"/>
            <a:ext cx="58886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5" y="3017520"/>
            <a:ext cx="220513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67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31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€117.6M</a:t>
            </a:r>
            <a:endParaRPr lang="en-US" sz="1000"/>
          </a:p>
        </p:txBody>
      </p:sp>
      <p:sp>
        <p:nvSpPr>
          <p:cNvPr id="46" name="Text 41"/>
          <p:cNvSpPr txBox="1"/>
          <p:nvPr/>
        </p:nvSpPr>
        <p:spPr>
          <a:xfrm>
            <a:off x="557234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€36.0M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€117.6M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p:cNvSpPr txBox="1"/>
          <p:nvPr/>
        </p:nvSpPr>
        <p:spPr>
          <a:xfrm>
            <a:off x="2267712"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Openda</a:t>
            </a:r>
            <a:endParaRPr lang="en-US" sz="1000"/>
          </a:p>
        </p:txBody>
      </p:sp>
      <p:sp>
        <p:nvSpPr>
          <p:cNvPr id="12" name="chip-player-7">
            <a:hlinkClick r:id="rId10"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€117.6M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€176.5M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Loïs Openda</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€60.0M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€58.8M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€36.0M to €170.8M</a:t>
            </a:r>
            <a:endParaRPr lang="en-US" sz="1200"/>
          </a:p>
        </p:txBody>
      </p:sp>
      <p:sp>
        <p:nvSpPr>
          <p:cNvPr id="41" name="zone-under"/>
          <p:cNvSpPr/>
          <p:nvPr/>
        </p:nvSpPr>
        <p:spPr>
          <a:xfrm>
            <a:off x="5440680" y="3017520"/>
            <a:ext cx="57001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690" y="3017520"/>
            <a:ext cx="213453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220" y="3017520"/>
            <a:ext cx="31298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€176.5M</a:t>
            </a:r>
            <a:endParaRPr lang="en-US" sz="1000"/>
          </a:p>
        </p:txBody>
      </p:sp>
      <p:sp>
        <p:nvSpPr>
          <p:cNvPr id="46" name="Text 41"/>
          <p:cNvSpPr txBox="1"/>
          <p:nvPr/>
        </p:nvSpPr>
        <p:spPr>
          <a:xfrm>
            <a:off x="555349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€36.0M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€170.8M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€176.5M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€60.0M of 2024Q4</a:t>
            </a:r>
            <a:endParaRPr lang="en-US" sz="11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€26.7M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€53.5M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€53.5M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€39.0M to €125.4M</a:t>
            </a:r>
            <a:endParaRPr lang="en-US" sz="1200"/>
          </a:p>
        </p:txBody>
      </p:sp>
      <p:sp>
        <p:nvSpPr>
          <p:cNvPr id="41" name="zone-under"/>
          <p:cNvSpPr/>
          <p:nvPr/>
        </p:nvSpPr>
        <p:spPr>
          <a:xfrm>
            <a:off x="5440680" y="3017520"/>
            <a:ext cx="8681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05" y="3017520"/>
            <a:ext cx="19258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9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53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€26.7M</a:t>
            </a:r>
            <a:endParaRPr lang="en-US" sz="1000"/>
          </a:p>
        </p:txBody>
      </p:sp>
      <p:sp>
        <p:nvSpPr>
          <p:cNvPr id="46" name="Text 41"/>
          <p:cNvSpPr txBox="1"/>
          <p:nvPr/>
        </p:nvSpPr>
        <p:spPr>
          <a:xfrm>
            <a:off x="58516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€39.0M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€26.7M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€53.5M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€53.5M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€39.0M to €125.4M</a:t>
            </a:r>
            <a:endParaRPr lang="en-US" sz="1200"/>
          </a:p>
        </p:txBody>
      </p:sp>
      <p:sp>
        <p:nvSpPr>
          <p:cNvPr id="41" name="zone-under"/>
          <p:cNvSpPr/>
          <p:nvPr/>
        </p:nvSpPr>
        <p:spPr>
          <a:xfrm>
            <a:off x="5440680" y="3017520"/>
            <a:ext cx="8681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05" y="3017520"/>
            <a:ext cx="19258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39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303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€53.5M</a:t>
            </a:r>
            <a:endParaRPr lang="en-US" sz="1000"/>
          </a:p>
        </p:txBody>
      </p:sp>
      <p:sp>
        <p:nvSpPr>
          <p:cNvPr id="46" name="Text 41"/>
          <p:cNvSpPr txBox="1"/>
          <p:nvPr/>
        </p:nvSpPr>
        <p:spPr>
          <a:xfrm>
            <a:off x="58516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€39.0M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€53.5M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€53.5M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€53.5M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€39.0M to €125.4M</a:t>
            </a:r>
            <a:endParaRPr lang="en-US" sz="1200"/>
          </a:p>
        </p:txBody>
      </p:sp>
      <p:sp>
        <p:nvSpPr>
          <p:cNvPr id="41" name="zone-under"/>
          <p:cNvSpPr/>
          <p:nvPr/>
        </p:nvSpPr>
        <p:spPr>
          <a:xfrm>
            <a:off x="5440680" y="3017520"/>
            <a:ext cx="8681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805" y="3017520"/>
            <a:ext cx="19258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38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403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€106.9M</a:t>
            </a:r>
            <a:endParaRPr lang="en-US" sz="1000"/>
          </a:p>
        </p:txBody>
      </p:sp>
      <p:sp>
        <p:nvSpPr>
          <p:cNvPr id="46" name="Text 41"/>
          <p:cNvSpPr txBox="1"/>
          <p:nvPr/>
        </p:nvSpPr>
        <p:spPr>
          <a:xfrm>
            <a:off x="58516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€39.0M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€106.9M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€26.7M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€53.5M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€106.9M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€160.4M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€53.5M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€39.0M to €125.4M</a:t>
            </a:r>
            <a:endParaRPr lang="en-US" sz="1200"/>
          </a:p>
        </p:txBody>
      </p:sp>
      <p:sp>
        <p:nvSpPr>
          <p:cNvPr id="41" name="zone-under"/>
          <p:cNvSpPr/>
          <p:nvPr/>
        </p:nvSpPr>
        <p:spPr>
          <a:xfrm>
            <a:off x="5440680" y="3017520"/>
            <a:ext cx="678854"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534" y="3017520"/>
            <a:ext cx="150599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524" y="3017520"/>
            <a:ext cx="832676"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€160.4M</a:t>
            </a:r>
            <a:endParaRPr lang="en-US" sz="1000"/>
          </a:p>
        </p:txBody>
      </p:sp>
      <p:sp>
        <p:nvSpPr>
          <p:cNvPr id="46" name="Text 41"/>
          <p:cNvSpPr txBox="1"/>
          <p:nvPr/>
        </p:nvSpPr>
        <p:spPr>
          <a:xfrm>
            <a:off x="566233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€39.0M</a:t>
            </a:r>
            <a:endParaRPr lang="en-US" sz="1000"/>
          </a:p>
        </p:txBody>
      </p:sp>
      <p:sp>
        <p:nvSpPr>
          <p:cNvPr id="47" name="Text 42"/>
          <p:cNvSpPr txBox="1"/>
          <p:nvPr/>
        </p:nvSpPr>
        <p:spPr>
          <a:xfrm>
            <a:off x="7168324"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€125.4M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€160.4M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€28.3M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€113.1M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€34.6M to €164.3M</a:t>
            </a:r>
            <a:endParaRPr lang="en-US" sz="1200"/>
          </a:p>
        </p:txBody>
      </p:sp>
      <p:sp>
        <p:nvSpPr>
          <p:cNvPr id="41" name="zone-under"/>
          <p:cNvSpPr/>
          <p:nvPr/>
        </p:nvSpPr>
        <p:spPr>
          <a:xfrm>
            <a:off x="5440680" y="3017520"/>
            <a:ext cx="58887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53" y="3017520"/>
            <a:ext cx="220512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2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€28.3M</a:t>
            </a:r>
            <a:endParaRPr lang="en-US" sz="1000"/>
          </a:p>
        </p:txBody>
      </p:sp>
      <p:sp>
        <p:nvSpPr>
          <p:cNvPr id="46" name="Text 41"/>
          <p:cNvSpPr txBox="1"/>
          <p:nvPr/>
        </p:nvSpPr>
        <p:spPr>
          <a:xfrm>
            <a:off x="557235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€164.3M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€28.3M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€56.6M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€113.1M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€34.6M to €164.3M</a:t>
            </a:r>
            <a:endParaRPr lang="en-US" sz="1200"/>
          </a:p>
        </p:txBody>
      </p:sp>
      <p:sp>
        <p:nvSpPr>
          <p:cNvPr id="41" name="zone-under"/>
          <p:cNvSpPr/>
          <p:nvPr/>
        </p:nvSpPr>
        <p:spPr>
          <a:xfrm>
            <a:off x="5440680" y="3017520"/>
            <a:ext cx="58887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53" y="3017520"/>
            <a:ext cx="220512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45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0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€56.6M</a:t>
            </a:r>
            <a:endParaRPr lang="en-US" sz="1000"/>
          </a:p>
        </p:txBody>
      </p:sp>
      <p:sp>
        <p:nvSpPr>
          <p:cNvPr id="46" name="Text 41"/>
          <p:cNvSpPr txBox="1"/>
          <p:nvPr/>
        </p:nvSpPr>
        <p:spPr>
          <a:xfrm>
            <a:off x="557235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€164.3M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€56.6M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€113.1M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€34.6M to €164.3M</a:t>
            </a:r>
            <a:endParaRPr lang="en-US" sz="1200"/>
          </a:p>
        </p:txBody>
      </p:sp>
      <p:sp>
        <p:nvSpPr>
          <p:cNvPr id="41" name="zone-under"/>
          <p:cNvSpPr/>
          <p:nvPr/>
        </p:nvSpPr>
        <p:spPr>
          <a:xfrm>
            <a:off x="5440680" y="3017520"/>
            <a:ext cx="58887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53" y="3017520"/>
            <a:ext cx="220512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52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16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€113.1M</a:t>
            </a:r>
            <a:endParaRPr lang="en-US" sz="1000"/>
          </a:p>
        </p:txBody>
      </p:sp>
      <p:sp>
        <p:nvSpPr>
          <p:cNvPr id="46" name="Text 41"/>
          <p:cNvSpPr txBox="1"/>
          <p:nvPr/>
        </p:nvSpPr>
        <p:spPr>
          <a:xfrm>
            <a:off x="557235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€164.3M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€113.1M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p:cNvSpPr txBox="1"/>
          <p:nvPr/>
        </p:nvSpPr>
        <p:spPr>
          <a:xfrm>
            <a:off x="2267712"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Koopmeiners</a:t>
            </a:r>
            <a:endParaRPr lang="en-US" sz="1000"/>
          </a:p>
        </p:txBody>
      </p:sp>
      <p:sp>
        <p:nvSpPr>
          <p:cNvPr id="13" name="chip-player-8">
            <a:hlinkClick r:id="rId11"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€28.3M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€56.6M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€113.1M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€169.7M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Teun Koopmeiners</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€50.0M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€56.6M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€34.6M to €164.3M</a:t>
            </a:r>
            <a:endParaRPr lang="en-US" sz="1200"/>
          </a:p>
        </p:txBody>
      </p:sp>
      <p:sp>
        <p:nvSpPr>
          <p:cNvPr id="41" name="zone-under"/>
          <p:cNvSpPr/>
          <p:nvPr/>
        </p:nvSpPr>
        <p:spPr>
          <a:xfrm>
            <a:off x="5440680" y="3017520"/>
            <a:ext cx="57006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43" y="3017520"/>
            <a:ext cx="213469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433" y="3017520"/>
            <a:ext cx="312767"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€169.7M</a:t>
            </a:r>
            <a:endParaRPr lang="en-US" sz="1000"/>
          </a:p>
        </p:txBody>
      </p:sp>
      <p:sp>
        <p:nvSpPr>
          <p:cNvPr id="46" name="Text 41"/>
          <p:cNvSpPr txBox="1"/>
          <p:nvPr/>
        </p:nvSpPr>
        <p:spPr>
          <a:xfrm>
            <a:off x="555354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€34.6M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€164.3M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€169.7M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€50.0M of 2024Q4</a:t>
            </a:r>
            <a:endParaRPr lang="en-US" sz="11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€25.4M to €81.6M</a:t>
            </a:r>
            <a:endParaRPr lang="en-US" sz="1200"/>
          </a:p>
        </p:txBody>
      </p:sp>
      <p:sp>
        <p:nvSpPr>
          <p:cNvPr id="41" name="zone-under"/>
          <p:cNvSpPr/>
          <p:nvPr/>
        </p:nvSpPr>
        <p:spPr>
          <a:xfrm>
            <a:off x="5440680" y="3017520"/>
            <a:ext cx="8682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5" y="3017520"/>
            <a:ext cx="19257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92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57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€17.4M</a:t>
            </a:r>
            <a:endParaRPr lang="en-US" sz="1000"/>
          </a:p>
        </p:txBody>
      </p:sp>
      <p:sp>
        <p:nvSpPr>
          <p:cNvPr id="46" name="Text 41"/>
          <p:cNvSpPr txBox="1"/>
          <p:nvPr/>
        </p:nvSpPr>
        <p:spPr>
          <a:xfrm>
            <a:off x="58517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€25.4M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€81.6M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€17.4M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€25.4M to €81.6M</a:t>
            </a:r>
            <a:endParaRPr lang="en-US" sz="1200"/>
          </a:p>
        </p:txBody>
      </p:sp>
      <p:sp>
        <p:nvSpPr>
          <p:cNvPr id="41" name="zone-under"/>
          <p:cNvSpPr/>
          <p:nvPr/>
        </p:nvSpPr>
        <p:spPr>
          <a:xfrm>
            <a:off x="5440680" y="3017520"/>
            <a:ext cx="8682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5" y="3017520"/>
            <a:ext cx="19257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46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311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€34.8M</a:t>
            </a:r>
            <a:endParaRPr lang="en-US" sz="1000"/>
          </a:p>
        </p:txBody>
      </p:sp>
      <p:sp>
        <p:nvSpPr>
          <p:cNvPr id="46" name="Text 41"/>
          <p:cNvSpPr txBox="1"/>
          <p:nvPr/>
        </p:nvSpPr>
        <p:spPr>
          <a:xfrm>
            <a:off x="58517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€25.4M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€81.6M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€34.8M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€69.6M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€25.4M to €81.6M</a:t>
            </a:r>
            <a:endParaRPr lang="en-US" sz="1200"/>
          </a:p>
        </p:txBody>
      </p:sp>
      <p:sp>
        <p:nvSpPr>
          <p:cNvPr id="41" name="zone-under"/>
          <p:cNvSpPr/>
          <p:nvPr/>
        </p:nvSpPr>
        <p:spPr>
          <a:xfrm>
            <a:off x="5440680" y="3017520"/>
            <a:ext cx="86822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5" y="3017520"/>
            <a:ext cx="192577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53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418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€69.6M</a:t>
            </a:r>
            <a:endParaRPr lang="en-US" sz="1000"/>
          </a:p>
        </p:txBody>
      </p:sp>
      <p:sp>
        <p:nvSpPr>
          <p:cNvPr id="46" name="Text 41"/>
          <p:cNvSpPr txBox="1"/>
          <p:nvPr/>
        </p:nvSpPr>
        <p:spPr>
          <a:xfrm>
            <a:off x="585170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€25.4M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€81.6M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€69.6M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€17.4M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€69.6M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€104.4M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€25.4M to €81.6M</a:t>
            </a:r>
            <a:endParaRPr lang="en-US" sz="1200"/>
          </a:p>
        </p:txBody>
      </p:sp>
      <p:sp>
        <p:nvSpPr>
          <p:cNvPr id="41" name="zone-under"/>
          <p:cNvSpPr/>
          <p:nvPr/>
        </p:nvSpPr>
        <p:spPr>
          <a:xfrm>
            <a:off x="5440680" y="3017520"/>
            <a:ext cx="67889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571" y="3017520"/>
            <a:ext cx="150582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392" y="3017520"/>
            <a:ext cx="832808"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€104.4M</a:t>
            </a:r>
            <a:endParaRPr lang="en-US" sz="1000"/>
          </a:p>
        </p:txBody>
      </p:sp>
      <p:sp>
        <p:nvSpPr>
          <p:cNvPr id="46" name="Text 41"/>
          <p:cNvSpPr txBox="1"/>
          <p:nvPr/>
        </p:nvSpPr>
        <p:spPr>
          <a:xfrm>
            <a:off x="566237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€25.4M</a:t>
            </a:r>
            <a:endParaRPr lang="en-US" sz="1000"/>
          </a:p>
        </p:txBody>
      </p:sp>
      <p:sp>
        <p:nvSpPr>
          <p:cNvPr id="47" name="Text 42"/>
          <p:cNvSpPr txBox="1"/>
          <p:nvPr/>
        </p:nvSpPr>
        <p:spPr>
          <a:xfrm>
            <a:off x="716819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€81.6M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€104.4M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€21.2M to €100.8M</a:t>
            </a:r>
            <a:endParaRPr lang="en-US" sz="1200"/>
          </a:p>
        </p:txBody>
      </p:sp>
      <p:sp>
        <p:nvSpPr>
          <p:cNvPr id="41" name="zone-under"/>
          <p:cNvSpPr/>
          <p:nvPr/>
        </p:nvSpPr>
        <p:spPr>
          <a:xfrm>
            <a:off x="5440680" y="3017520"/>
            <a:ext cx="58902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08" y="3017520"/>
            <a:ext cx="220497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0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€17.3M</a:t>
            </a:r>
            <a:endParaRPr lang="en-US" sz="1000"/>
          </a:p>
        </p:txBody>
      </p:sp>
      <p:sp>
        <p:nvSpPr>
          <p:cNvPr id="46" name="Text 41"/>
          <p:cNvSpPr txBox="1"/>
          <p:nvPr/>
        </p:nvSpPr>
        <p:spPr>
          <a:xfrm>
            <a:off x="557250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€100.8M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€17.3M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€21.2M to €100.8M</a:t>
            </a:r>
            <a:endParaRPr lang="en-US" sz="1200"/>
          </a:p>
        </p:txBody>
      </p:sp>
      <p:sp>
        <p:nvSpPr>
          <p:cNvPr id="41" name="zone-under"/>
          <p:cNvSpPr/>
          <p:nvPr/>
        </p:nvSpPr>
        <p:spPr>
          <a:xfrm>
            <a:off x="5440680" y="3017520"/>
            <a:ext cx="58902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08" y="3017520"/>
            <a:ext cx="220497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41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06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€34.7M</a:t>
            </a:r>
            <a:endParaRPr lang="en-US" sz="1000"/>
          </a:p>
        </p:txBody>
      </p:sp>
      <p:sp>
        <p:nvSpPr>
          <p:cNvPr id="46" name="Text 41"/>
          <p:cNvSpPr txBox="1"/>
          <p:nvPr/>
        </p:nvSpPr>
        <p:spPr>
          <a:xfrm>
            <a:off x="557250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€100.8M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€104.1M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€21.2M to €100.8M</a:t>
            </a:r>
            <a:endParaRPr lang="en-US" sz="1200"/>
          </a:p>
        </p:txBody>
      </p:sp>
      <p:sp>
        <p:nvSpPr>
          <p:cNvPr id="41" name="zone-under"/>
          <p:cNvSpPr/>
          <p:nvPr/>
        </p:nvSpPr>
        <p:spPr>
          <a:xfrm>
            <a:off x="5440680" y="3017520"/>
            <a:ext cx="589028"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08" y="3017520"/>
            <a:ext cx="220497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43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08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€69.4M</a:t>
            </a:r>
            <a:endParaRPr lang="en-US" sz="1000"/>
          </a:p>
        </p:txBody>
      </p:sp>
      <p:sp>
        <p:nvSpPr>
          <p:cNvPr id="46" name="Text 41"/>
          <p:cNvSpPr txBox="1"/>
          <p:nvPr/>
        </p:nvSpPr>
        <p:spPr>
          <a:xfrm>
            <a:off x="557250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€100.8M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€69.4M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p:cNvSpPr txBox="1"/>
          <p:nvPr/>
        </p:nvSpPr>
        <p:spPr>
          <a:xfrm>
            <a:off x="2267712"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Thuram</a:t>
            </a:r>
            <a:endParaRPr lang="en-US" sz="1000"/>
          </a:p>
        </p:txBody>
      </p:sp>
      <p:sp>
        <p:nvSpPr>
          <p:cNvPr id="14" name="chip-player-9">
            <a:hlinkClick r:id="rId12"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€104.1M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Khéphren Thuram</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Serie 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€21.2M to €100.8M</a:t>
            </a:r>
            <a:endParaRPr lang="en-US" sz="1200"/>
          </a:p>
        </p:txBody>
      </p:sp>
      <p:sp>
        <p:nvSpPr>
          <p:cNvPr id="41" name="zone-under"/>
          <p:cNvSpPr/>
          <p:nvPr/>
        </p:nvSpPr>
        <p:spPr>
          <a:xfrm>
            <a:off x="5440680" y="3017520"/>
            <a:ext cx="57023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917" y="3017520"/>
            <a:ext cx="213463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547" y="3017520"/>
            <a:ext cx="312653"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€104.1M</a:t>
            </a:r>
            <a:endParaRPr lang="en-US" sz="1000"/>
          </a:p>
        </p:txBody>
      </p:sp>
      <p:sp>
        <p:nvSpPr>
          <p:cNvPr id="46" name="Text 41"/>
          <p:cNvSpPr txBox="1"/>
          <p:nvPr/>
        </p:nvSpPr>
        <p:spPr>
          <a:xfrm>
            <a:off x="555371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€100.8M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€104.1M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€23.3M to €75.1M</a:t>
            </a:r>
            <a:endParaRPr lang="en-US" sz="1200"/>
          </a:p>
        </p:txBody>
      </p:sp>
      <p:sp>
        <p:nvSpPr>
          <p:cNvPr id="41" name="zone-under"/>
          <p:cNvSpPr/>
          <p:nvPr/>
        </p:nvSpPr>
        <p:spPr>
          <a:xfrm>
            <a:off x="5440680" y="3017520"/>
            <a:ext cx="8680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33" y="3017520"/>
            <a:ext cx="19259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78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31"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€16.0M</a:t>
            </a:r>
            <a:endParaRPr lang="en-US" sz="1000"/>
          </a:p>
        </p:txBody>
      </p:sp>
      <p:sp>
        <p:nvSpPr>
          <p:cNvPr id="46" name="Text 41"/>
          <p:cNvSpPr txBox="1"/>
          <p:nvPr/>
        </p:nvSpPr>
        <p:spPr>
          <a:xfrm>
            <a:off x="58515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€16.0M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€23.3M to €75.1M</a:t>
            </a:r>
            <a:endParaRPr lang="en-US" sz="1200"/>
          </a:p>
        </p:txBody>
      </p:sp>
      <p:sp>
        <p:nvSpPr>
          <p:cNvPr id="41" name="zone-under"/>
          <p:cNvSpPr/>
          <p:nvPr/>
        </p:nvSpPr>
        <p:spPr>
          <a:xfrm>
            <a:off x="5440680" y="3017520"/>
            <a:ext cx="8680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33" y="3017520"/>
            <a:ext cx="19259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17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82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€32.0M</a:t>
            </a:r>
            <a:endParaRPr lang="en-US" sz="1000"/>
          </a:p>
        </p:txBody>
      </p:sp>
      <p:sp>
        <p:nvSpPr>
          <p:cNvPr id="46" name="Text 41"/>
          <p:cNvSpPr txBox="1"/>
          <p:nvPr/>
        </p:nvSpPr>
        <p:spPr>
          <a:xfrm>
            <a:off x="58515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€32.0M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€23.3M to €75.1M</a:t>
            </a:r>
            <a:endParaRPr lang="en-US" sz="1200"/>
          </a:p>
        </p:txBody>
      </p:sp>
      <p:sp>
        <p:nvSpPr>
          <p:cNvPr id="41" name="zone-under"/>
          <p:cNvSpPr/>
          <p:nvPr/>
        </p:nvSpPr>
        <p:spPr>
          <a:xfrm>
            <a:off x="5440680" y="3017520"/>
            <a:ext cx="86805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733" y="3017520"/>
            <a:ext cx="1925947"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395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60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€64.0M</a:t>
            </a:r>
            <a:endParaRPr lang="en-US" sz="1000"/>
          </a:p>
        </p:txBody>
      </p:sp>
      <p:sp>
        <p:nvSpPr>
          <p:cNvPr id="46" name="Text 41"/>
          <p:cNvSpPr txBox="1"/>
          <p:nvPr/>
        </p:nvSpPr>
        <p:spPr>
          <a:xfrm>
            <a:off x="585153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€23.3M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€64.0M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€96.0M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€23.3M to €75.1M</a:t>
            </a:r>
            <a:endParaRPr lang="en-US" sz="1200"/>
          </a:p>
        </p:txBody>
      </p:sp>
      <p:sp>
        <p:nvSpPr>
          <p:cNvPr id="41" name="zone-under"/>
          <p:cNvSpPr/>
          <p:nvPr/>
        </p:nvSpPr>
        <p:spPr>
          <a:xfrm>
            <a:off x="5440680" y="3017520"/>
            <a:ext cx="67892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601" y="3017520"/>
            <a:ext cx="150632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922" y="3017520"/>
            <a:ext cx="832278"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€96.0M</a:t>
            </a:r>
            <a:endParaRPr lang="en-US" sz="1000"/>
          </a:p>
        </p:txBody>
      </p:sp>
      <p:sp>
        <p:nvSpPr>
          <p:cNvPr id="46" name="Text 41"/>
          <p:cNvSpPr txBox="1"/>
          <p:nvPr/>
        </p:nvSpPr>
        <p:spPr>
          <a:xfrm>
            <a:off x="566240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€23.3M</a:t>
            </a:r>
            <a:endParaRPr lang="en-US" sz="1000"/>
          </a:p>
        </p:txBody>
      </p:sp>
      <p:sp>
        <p:nvSpPr>
          <p:cNvPr id="47" name="Text 42"/>
          <p:cNvSpPr txBox="1"/>
          <p:nvPr/>
        </p:nvSpPr>
        <p:spPr>
          <a:xfrm>
            <a:off x="716872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€96.0M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€17.9M to €84.9M</a:t>
            </a:r>
            <a:endParaRPr lang="en-US" sz="1200"/>
          </a:p>
        </p:txBody>
      </p:sp>
      <p:sp>
        <p:nvSpPr>
          <p:cNvPr id="41" name="zone-under"/>
          <p:cNvSpPr/>
          <p:nvPr/>
        </p:nvSpPr>
        <p:spPr>
          <a:xfrm>
            <a:off x="5440680" y="3017520"/>
            <a:ext cx="58907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57" y="3017520"/>
            <a:ext cx="220492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52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€14.6M</a:t>
            </a:r>
            <a:endParaRPr lang="en-US" sz="1000"/>
          </a:p>
        </p:txBody>
      </p:sp>
      <p:sp>
        <p:nvSpPr>
          <p:cNvPr id="46" name="Text 41"/>
          <p:cNvSpPr txBox="1"/>
          <p:nvPr/>
        </p:nvSpPr>
        <p:spPr>
          <a:xfrm>
            <a:off x="557255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€84.9M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€14.6M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€17.9M to €84.9M</a:t>
            </a:r>
            <a:endParaRPr lang="en-US" sz="1200"/>
          </a:p>
        </p:txBody>
      </p:sp>
      <p:sp>
        <p:nvSpPr>
          <p:cNvPr id="41" name="zone-under"/>
          <p:cNvSpPr/>
          <p:nvPr/>
        </p:nvSpPr>
        <p:spPr>
          <a:xfrm>
            <a:off x="5440680" y="3017520"/>
            <a:ext cx="58907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57" y="3017520"/>
            <a:ext cx="220492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66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30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€29.2M</a:t>
            </a:r>
            <a:endParaRPr lang="en-US" sz="1000"/>
          </a:p>
        </p:txBody>
      </p:sp>
      <p:sp>
        <p:nvSpPr>
          <p:cNvPr id="46" name="Text 41"/>
          <p:cNvSpPr txBox="1"/>
          <p:nvPr/>
        </p:nvSpPr>
        <p:spPr>
          <a:xfrm>
            <a:off x="557255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€84.9M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€29.2M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€17.9M to €84.9M</a:t>
            </a:r>
            <a:endParaRPr lang="en-US" sz="1200"/>
          </a:p>
        </p:txBody>
      </p:sp>
      <p:sp>
        <p:nvSpPr>
          <p:cNvPr id="41" name="zone-under"/>
          <p:cNvSpPr/>
          <p:nvPr/>
        </p:nvSpPr>
        <p:spPr>
          <a:xfrm>
            <a:off x="5440680" y="3017520"/>
            <a:ext cx="58907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757" y="3017520"/>
            <a:ext cx="220492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928"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576"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€58.5M</a:t>
            </a:r>
            <a:endParaRPr lang="en-US" sz="1000"/>
          </a:p>
        </p:txBody>
      </p:sp>
      <p:sp>
        <p:nvSpPr>
          <p:cNvPr id="46" name="Text 41"/>
          <p:cNvSpPr txBox="1"/>
          <p:nvPr/>
        </p:nvSpPr>
        <p:spPr>
          <a:xfrm>
            <a:off x="557255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€84.9M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€58.5M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p:cNvSpPr txBox="1"/>
          <p:nvPr/>
        </p:nvSpPr>
        <p:spPr>
          <a:xfrm>
            <a:off x="3172968"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Gnabry</a:t>
            </a:r>
            <a:endParaRPr lang="en-US" sz="1000"/>
          </a:p>
        </p:txBody>
      </p:sp>
      <p:sp>
        <p:nvSpPr>
          <p:cNvPr id="15" name="chip-player-10">
            <a:hlinkClick r:id="rId13"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€14.6M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€87.7M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Serge Gnabry</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€17.9M to €84.9M</a:t>
            </a:r>
            <a:endParaRPr lang="en-US" sz="1200"/>
          </a:p>
        </p:txBody>
      </p:sp>
      <p:sp>
        <p:nvSpPr>
          <p:cNvPr id="41" name="zone-under"/>
          <p:cNvSpPr/>
          <p:nvPr/>
        </p:nvSpPr>
        <p:spPr>
          <a:xfrm>
            <a:off x="5440680" y="3017520"/>
            <a:ext cx="57013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819" y="3017520"/>
            <a:ext cx="213404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4859" y="3017520"/>
            <a:ext cx="31334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€87.7M</a:t>
            </a:r>
            <a:endParaRPr lang="en-US" sz="1000"/>
          </a:p>
        </p:txBody>
      </p:sp>
      <p:sp>
        <p:nvSpPr>
          <p:cNvPr id="46" name="Text 41"/>
          <p:cNvSpPr txBox="1"/>
          <p:nvPr/>
        </p:nvSpPr>
        <p:spPr>
          <a:xfrm>
            <a:off x="555361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€17.9M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€84.9M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€87.7M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€54.9M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€82.4M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€27.5M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€20.0M to €64.5M</a:t>
            </a:r>
            <a:endParaRPr lang="en-US" sz="1200"/>
          </a:p>
        </p:txBody>
      </p:sp>
      <p:sp>
        <p:nvSpPr>
          <p:cNvPr id="41" name="zone-under"/>
          <p:cNvSpPr/>
          <p:nvPr/>
        </p:nvSpPr>
        <p:spPr>
          <a:xfrm>
            <a:off x="5440680" y="3017520"/>
            <a:ext cx="86832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09" y="3017520"/>
            <a:ext cx="192567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82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7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€13.7M</a:t>
            </a:r>
            <a:endParaRPr lang="en-US" sz="1000"/>
          </a:p>
        </p:txBody>
      </p:sp>
      <p:sp>
        <p:nvSpPr>
          <p:cNvPr id="46" name="Text 41"/>
          <p:cNvSpPr txBox="1"/>
          <p:nvPr/>
        </p:nvSpPr>
        <p:spPr>
          <a:xfrm>
            <a:off x="585180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€64.5M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€13.7M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€27.5M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€54.9M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€82.4M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€27.5M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€20.0M to €64.5M</a:t>
            </a:r>
            <a:endParaRPr lang="en-US" sz="1200"/>
          </a:p>
        </p:txBody>
      </p:sp>
      <p:sp>
        <p:nvSpPr>
          <p:cNvPr id="41" name="zone-under"/>
          <p:cNvSpPr/>
          <p:nvPr/>
        </p:nvSpPr>
        <p:spPr>
          <a:xfrm>
            <a:off x="5440680" y="3017520"/>
            <a:ext cx="86832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09" y="3017520"/>
            <a:ext cx="192567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25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90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€27.5M</a:t>
            </a:r>
            <a:endParaRPr lang="en-US" sz="1000"/>
          </a:p>
        </p:txBody>
      </p:sp>
      <p:sp>
        <p:nvSpPr>
          <p:cNvPr id="46" name="Text 41"/>
          <p:cNvSpPr txBox="1"/>
          <p:nvPr/>
        </p:nvSpPr>
        <p:spPr>
          <a:xfrm>
            <a:off x="585180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€64.5M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€27.5M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€54.9M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€82.4M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€27.5M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€20.0M to €64.5M</a:t>
            </a:r>
            <a:endParaRPr lang="en-US" sz="1200"/>
          </a:p>
        </p:txBody>
      </p:sp>
      <p:sp>
        <p:nvSpPr>
          <p:cNvPr id="41" name="zone-under"/>
          <p:cNvSpPr/>
          <p:nvPr/>
        </p:nvSpPr>
        <p:spPr>
          <a:xfrm>
            <a:off x="5440680" y="3017520"/>
            <a:ext cx="86832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09" y="3017520"/>
            <a:ext cx="192567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12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76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€54.9M</a:t>
            </a:r>
            <a:endParaRPr lang="en-US" sz="1000"/>
          </a:p>
        </p:txBody>
      </p:sp>
      <p:sp>
        <p:nvSpPr>
          <p:cNvPr id="46" name="Text 41"/>
          <p:cNvSpPr txBox="1"/>
          <p:nvPr/>
        </p:nvSpPr>
        <p:spPr>
          <a:xfrm>
            <a:off x="585180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€64.5M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€54.9M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€13.7M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€27.5M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€54.9M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€82.4M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€27.5M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€20.0M to €64.5M</a:t>
            </a:r>
            <a:endParaRPr lang="en-US" sz="1200"/>
          </a:p>
        </p:txBody>
      </p:sp>
      <p:sp>
        <p:nvSpPr>
          <p:cNvPr id="41" name="zone-under"/>
          <p:cNvSpPr/>
          <p:nvPr/>
        </p:nvSpPr>
        <p:spPr>
          <a:xfrm>
            <a:off x="5440680" y="3017520"/>
            <a:ext cx="67909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770" y="3017520"/>
            <a:ext cx="150600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770" y="3017520"/>
            <a:ext cx="83243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€82.4M</a:t>
            </a:r>
            <a:endParaRPr lang="en-US" sz="1000"/>
          </a:p>
        </p:txBody>
      </p:sp>
      <p:sp>
        <p:nvSpPr>
          <p:cNvPr id="46" name="Text 41"/>
          <p:cNvSpPr txBox="1"/>
          <p:nvPr/>
        </p:nvSpPr>
        <p:spPr>
          <a:xfrm>
            <a:off x="566257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€20.0M</a:t>
            </a:r>
            <a:endParaRPr lang="en-US" sz="1000"/>
          </a:p>
        </p:txBody>
      </p:sp>
      <p:sp>
        <p:nvSpPr>
          <p:cNvPr id="47" name="Text 42"/>
          <p:cNvSpPr txBox="1"/>
          <p:nvPr/>
        </p:nvSpPr>
        <p:spPr>
          <a:xfrm>
            <a:off x="716857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€64.5M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€82.4M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€14.8M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€89.1M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€18.2M to €86.2M</a:t>
            </a:r>
            <a:endParaRPr lang="en-US" sz="1200"/>
          </a:p>
        </p:txBody>
      </p:sp>
      <p:sp>
        <p:nvSpPr>
          <p:cNvPr id="41" name="zone-under"/>
          <p:cNvSpPr/>
          <p:nvPr/>
        </p:nvSpPr>
        <p:spPr>
          <a:xfrm>
            <a:off x="5440680" y="3017520"/>
            <a:ext cx="58880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487" y="3017520"/>
            <a:ext cx="220519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5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€14.8M</a:t>
            </a:r>
            <a:endParaRPr lang="en-US" sz="1000"/>
          </a:p>
        </p:txBody>
      </p:sp>
      <p:sp>
        <p:nvSpPr>
          <p:cNvPr id="46" name="Text 41"/>
          <p:cNvSpPr txBox="1"/>
          <p:nvPr/>
        </p:nvSpPr>
        <p:spPr>
          <a:xfrm>
            <a:off x="557228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€18.2M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€86.2M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€14.8M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€89.1M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€18.2M to €86.2M</a:t>
            </a:r>
            <a:endParaRPr lang="en-US" sz="1200"/>
          </a:p>
        </p:txBody>
      </p:sp>
      <p:sp>
        <p:nvSpPr>
          <p:cNvPr id="41" name="zone-under"/>
          <p:cNvSpPr/>
          <p:nvPr/>
        </p:nvSpPr>
        <p:spPr>
          <a:xfrm>
            <a:off x="5440680" y="3017520"/>
            <a:ext cx="58880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487" y="3017520"/>
            <a:ext cx="220519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51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5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€29.7M</a:t>
            </a:r>
            <a:endParaRPr lang="en-US" sz="1000"/>
          </a:p>
        </p:txBody>
      </p:sp>
      <p:sp>
        <p:nvSpPr>
          <p:cNvPr id="46" name="Text 41"/>
          <p:cNvSpPr txBox="1"/>
          <p:nvPr/>
        </p:nvSpPr>
        <p:spPr>
          <a:xfrm>
            <a:off x="557228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€18.2M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€86.2M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€29.7M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€89.1M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€18.2M to €86.2M</a:t>
            </a:r>
            <a:endParaRPr lang="en-US" sz="1200"/>
          </a:p>
        </p:txBody>
      </p:sp>
      <p:sp>
        <p:nvSpPr>
          <p:cNvPr id="41" name="zone-under"/>
          <p:cNvSpPr/>
          <p:nvPr/>
        </p:nvSpPr>
        <p:spPr>
          <a:xfrm>
            <a:off x="5440680" y="3017520"/>
            <a:ext cx="58880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487" y="3017520"/>
            <a:ext cx="220519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62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27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€59.4M</a:t>
            </a:r>
            <a:endParaRPr lang="en-US" sz="1000"/>
          </a:p>
        </p:txBody>
      </p:sp>
      <p:sp>
        <p:nvSpPr>
          <p:cNvPr id="46" name="Text 41"/>
          <p:cNvSpPr txBox="1"/>
          <p:nvPr/>
        </p:nvSpPr>
        <p:spPr>
          <a:xfrm>
            <a:off x="557228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€18.2M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€86.2M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€59.4M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p:cNvSpPr txBox="1"/>
          <p:nvPr/>
        </p:nvSpPr>
        <p:spPr>
          <a:xfrm>
            <a:off x="3172968"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Anton</a:t>
            </a:r>
            <a:endParaRPr lang="en-US" sz="1000"/>
          </a:p>
        </p:txBody>
      </p:sp>
      <p:sp>
        <p:nvSpPr>
          <p:cNvPr id="16" name="chip-player-11">
            <a:hlinkClick r:id="rId14"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€14.8M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€29.7M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€59.4M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€89.1M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Waldemar Anton</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€24.0M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€29.7M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€18.2M to €86.2M</a:t>
            </a:r>
            <a:endParaRPr lang="en-US" sz="1200"/>
          </a:p>
        </p:txBody>
      </p:sp>
      <p:sp>
        <p:nvSpPr>
          <p:cNvPr id="41" name="zone-under"/>
          <p:cNvSpPr/>
          <p:nvPr/>
        </p:nvSpPr>
        <p:spPr>
          <a:xfrm>
            <a:off x="5440680" y="3017520"/>
            <a:ext cx="56996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647" y="3017520"/>
            <a:ext cx="2134632"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280" y="3017520"/>
            <a:ext cx="3129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€89.1M</a:t>
            </a:r>
            <a:endParaRPr lang="en-US" sz="1000"/>
          </a:p>
        </p:txBody>
      </p:sp>
      <p:sp>
        <p:nvSpPr>
          <p:cNvPr id="46" name="Text 41"/>
          <p:cNvSpPr txBox="1"/>
          <p:nvPr/>
        </p:nvSpPr>
        <p:spPr>
          <a:xfrm>
            <a:off x="555344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€18.2M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€86.2M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€89.1M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€24.0M of 2024Q4</a:t>
            </a:r>
            <a:endParaRPr lang="en-US" sz="110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€35.2M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€12.8M to €41.3M</a:t>
            </a:r>
            <a:endParaRPr lang="en-US" sz="1200"/>
          </a:p>
        </p:txBody>
      </p:sp>
      <p:sp>
        <p:nvSpPr>
          <p:cNvPr id="41" name="zone-under"/>
          <p:cNvSpPr/>
          <p:nvPr/>
        </p:nvSpPr>
        <p:spPr>
          <a:xfrm>
            <a:off x="5440680" y="3017520"/>
            <a:ext cx="86838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67" y="3017520"/>
            <a:ext cx="192561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67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32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€8.8M</a:t>
            </a:r>
            <a:endParaRPr lang="en-US" sz="1000"/>
          </a:p>
        </p:txBody>
      </p:sp>
      <p:sp>
        <p:nvSpPr>
          <p:cNvPr id="46" name="Text 41"/>
          <p:cNvSpPr txBox="1"/>
          <p:nvPr/>
        </p:nvSpPr>
        <p:spPr>
          <a:xfrm>
            <a:off x="585186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€12.8M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€41.3M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€8.8M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€35.2M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€12.8M to €41.3M</a:t>
            </a:r>
            <a:endParaRPr lang="en-US" sz="1200"/>
          </a:p>
        </p:txBody>
      </p:sp>
      <p:sp>
        <p:nvSpPr>
          <p:cNvPr id="41" name="zone-under"/>
          <p:cNvSpPr/>
          <p:nvPr/>
        </p:nvSpPr>
        <p:spPr>
          <a:xfrm>
            <a:off x="5440680" y="3017520"/>
            <a:ext cx="86838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67" y="3017520"/>
            <a:ext cx="192561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295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60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€17.6M</a:t>
            </a:r>
            <a:endParaRPr lang="en-US" sz="1000"/>
          </a:p>
        </p:txBody>
      </p:sp>
      <p:sp>
        <p:nvSpPr>
          <p:cNvPr id="46" name="Text 41"/>
          <p:cNvSpPr txBox="1"/>
          <p:nvPr/>
        </p:nvSpPr>
        <p:spPr>
          <a:xfrm>
            <a:off x="585186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€12.8M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€41.3M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€17.6M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€35.2M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€12.8M to €41.3M</a:t>
            </a:r>
            <a:endParaRPr lang="en-US" sz="1200"/>
          </a:p>
        </p:txBody>
      </p:sp>
      <p:sp>
        <p:nvSpPr>
          <p:cNvPr id="41" name="zone-under"/>
          <p:cNvSpPr/>
          <p:nvPr/>
        </p:nvSpPr>
        <p:spPr>
          <a:xfrm>
            <a:off x="5440680" y="3017520"/>
            <a:ext cx="86838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67" y="3017520"/>
            <a:ext cx="192561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351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16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€35.2M</a:t>
            </a:r>
            <a:endParaRPr lang="en-US" sz="1000"/>
          </a:p>
        </p:txBody>
      </p:sp>
      <p:sp>
        <p:nvSpPr>
          <p:cNvPr id="46" name="Text 41"/>
          <p:cNvSpPr txBox="1"/>
          <p:nvPr/>
        </p:nvSpPr>
        <p:spPr>
          <a:xfrm>
            <a:off x="585186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€12.8M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€41.3M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€35.2M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€8.8M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€17.6M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€35.2M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€52.8M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€17.6M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€12.8M to €41.3M</a:t>
            </a:r>
            <a:endParaRPr lang="en-US" sz="1200"/>
          </a:p>
        </p:txBody>
      </p:sp>
      <p:sp>
        <p:nvSpPr>
          <p:cNvPr id="41" name="zone-under"/>
          <p:cNvSpPr/>
          <p:nvPr/>
        </p:nvSpPr>
        <p:spPr>
          <a:xfrm>
            <a:off x="5440680" y="3017520"/>
            <a:ext cx="67930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987" y="3017520"/>
            <a:ext cx="150633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6322" y="3017520"/>
            <a:ext cx="831878"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€52.8M</a:t>
            </a:r>
            <a:endParaRPr lang="en-US" sz="1000"/>
          </a:p>
        </p:txBody>
      </p:sp>
      <p:sp>
        <p:nvSpPr>
          <p:cNvPr id="46" name="Text 41"/>
          <p:cNvSpPr txBox="1"/>
          <p:nvPr/>
        </p:nvSpPr>
        <p:spPr>
          <a:xfrm>
            <a:off x="566278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€12.8M</a:t>
            </a:r>
            <a:endParaRPr lang="en-US" sz="1000"/>
          </a:p>
        </p:txBody>
      </p:sp>
      <p:sp>
        <p:nvSpPr>
          <p:cNvPr id="47" name="Text 42"/>
          <p:cNvSpPr txBox="1"/>
          <p:nvPr/>
        </p:nvSpPr>
        <p:spPr>
          <a:xfrm>
            <a:off x="716912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€41.3M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€52.8M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€10.6M to €50.3M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32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€8.7M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€50.3M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€8.7M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€10.6M to €50.3M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25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390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€17.3M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€50.3M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€17.3M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€10.6M to €50.3M</a:t>
            </a:r>
            <a:endParaRPr lang="en-US" sz="1200"/>
          </a:p>
        </p:txBody>
      </p:sp>
      <p:sp>
        <p:nvSpPr>
          <p:cNvPr id="41" name="zone-under"/>
          <p:cNvSpPr/>
          <p:nvPr/>
        </p:nvSpPr>
        <p:spPr>
          <a:xfrm>
            <a:off x="5440680" y="3017520"/>
            <a:ext cx="58888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2" y="3017520"/>
            <a:ext cx="220511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11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576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€34.7M</a:t>
            </a:r>
            <a:endParaRPr lang="en-US" sz="1000"/>
          </a:p>
        </p:txBody>
      </p:sp>
      <p:sp>
        <p:nvSpPr>
          <p:cNvPr id="46" name="Text 41"/>
          <p:cNvSpPr txBox="1"/>
          <p:nvPr/>
        </p:nvSpPr>
        <p:spPr>
          <a:xfrm>
            <a:off x="557236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€50.3M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€34.7M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p:cNvSpPr txBox="1"/>
          <p:nvPr/>
        </p:nvSpPr>
        <p:spPr>
          <a:xfrm>
            <a:off x="3172968"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Baumgartner</a:t>
            </a:r>
            <a:endParaRPr lang="en-US" sz="1000"/>
          </a:p>
        </p:txBody>
      </p:sp>
      <p:sp>
        <p:nvSpPr>
          <p:cNvPr id="17" name="chip-player-12">
            <a:hlinkClick r:id="rId15"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€8.7M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€17.3M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€34.7M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€52.0M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Christoph Baumgartner</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Bundesliga · value at end of 2024: €18.0M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€17.3M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€10.6M to €50.3M</a:t>
            </a:r>
            <a:endParaRPr lang="en-US" sz="1200"/>
          </a:p>
        </p:txBody>
      </p:sp>
      <p:sp>
        <p:nvSpPr>
          <p:cNvPr id="41" name="zone-under"/>
          <p:cNvSpPr/>
          <p:nvPr/>
        </p:nvSpPr>
        <p:spPr>
          <a:xfrm>
            <a:off x="5440680" y="3017520"/>
            <a:ext cx="570193"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873" y="3017520"/>
            <a:ext cx="213513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6007" y="3017520"/>
            <a:ext cx="312193"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€52.0M</a:t>
            </a:r>
            <a:endParaRPr lang="en-US" sz="1000"/>
          </a:p>
        </p:txBody>
      </p:sp>
      <p:sp>
        <p:nvSpPr>
          <p:cNvPr id="46" name="Text 41"/>
          <p:cNvSpPr txBox="1"/>
          <p:nvPr/>
        </p:nvSpPr>
        <p:spPr>
          <a:xfrm>
            <a:off x="55536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€10.6M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€50.3M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€52.0M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€18.0M of 2024Q4</a:t>
            </a:r>
            <a:endParaRPr lang="en-US" sz="110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€24.9M to €80.1M</a:t>
            </a:r>
            <a:endParaRPr lang="en-US" sz="1200"/>
          </a:p>
        </p:txBody>
      </p:sp>
      <p:sp>
        <p:nvSpPr>
          <p:cNvPr id="41" name="zone-under"/>
          <p:cNvSpPr/>
          <p:nvPr/>
        </p:nvSpPr>
        <p:spPr>
          <a:xfrm>
            <a:off x="5440680" y="3017520"/>
            <a:ext cx="86822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2" y="3017520"/>
            <a:ext cx="192577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76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1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€17.1M</a:t>
            </a:r>
            <a:endParaRPr lang="en-US" sz="1000"/>
          </a:p>
        </p:txBody>
      </p:sp>
      <p:sp>
        <p:nvSpPr>
          <p:cNvPr id="46" name="Text 41"/>
          <p:cNvSpPr txBox="1"/>
          <p:nvPr/>
        </p:nvSpPr>
        <p:spPr>
          <a:xfrm>
            <a:off x="585170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€24.9M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€17.1M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€24.9M to €80.1M</a:t>
            </a:r>
            <a:endParaRPr lang="en-US" sz="1200"/>
          </a:p>
        </p:txBody>
      </p:sp>
      <p:sp>
        <p:nvSpPr>
          <p:cNvPr id="41" name="zone-under"/>
          <p:cNvSpPr/>
          <p:nvPr/>
        </p:nvSpPr>
        <p:spPr>
          <a:xfrm>
            <a:off x="5440680" y="3017520"/>
            <a:ext cx="86822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2" y="3017520"/>
            <a:ext cx="192577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14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794"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€34.2M</a:t>
            </a:r>
            <a:endParaRPr lang="en-US" sz="1000"/>
          </a:p>
        </p:txBody>
      </p:sp>
      <p:sp>
        <p:nvSpPr>
          <p:cNvPr id="46" name="Text 41"/>
          <p:cNvSpPr txBox="1"/>
          <p:nvPr/>
        </p:nvSpPr>
        <p:spPr>
          <a:xfrm>
            <a:off x="585170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€24.9M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€68.3M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€24.9M to €80.1M</a:t>
            </a:r>
            <a:endParaRPr lang="en-US" sz="1200"/>
          </a:p>
        </p:txBody>
      </p:sp>
      <p:sp>
        <p:nvSpPr>
          <p:cNvPr id="41" name="zone-under"/>
          <p:cNvSpPr/>
          <p:nvPr/>
        </p:nvSpPr>
        <p:spPr>
          <a:xfrm>
            <a:off x="5440680" y="3017520"/>
            <a:ext cx="86822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8902" y="3017520"/>
            <a:ext cx="1925778"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390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54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€68.3M</a:t>
            </a:r>
            <a:endParaRPr lang="en-US" sz="1000"/>
          </a:p>
        </p:txBody>
      </p:sp>
      <p:sp>
        <p:nvSpPr>
          <p:cNvPr id="46" name="Text 41"/>
          <p:cNvSpPr txBox="1"/>
          <p:nvPr/>
        </p:nvSpPr>
        <p:spPr>
          <a:xfrm>
            <a:off x="585170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€24.9M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€68.3M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€102.5M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€24.9M to €80.1M</a:t>
            </a:r>
            <a:endParaRPr lang="en-US" sz="1200"/>
          </a:p>
        </p:txBody>
      </p:sp>
      <p:sp>
        <p:nvSpPr>
          <p:cNvPr id="41" name="zone-under"/>
          <p:cNvSpPr/>
          <p:nvPr/>
        </p:nvSpPr>
        <p:spPr>
          <a:xfrm>
            <a:off x="5440680" y="3017520"/>
            <a:ext cx="679069"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749" y="3017520"/>
            <a:ext cx="150622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973" y="3017520"/>
            <a:ext cx="832227"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€102.5M</a:t>
            </a:r>
            <a:endParaRPr lang="en-US" sz="1000"/>
          </a:p>
        </p:txBody>
      </p:sp>
      <p:sp>
        <p:nvSpPr>
          <p:cNvPr id="46" name="Text 41"/>
          <p:cNvSpPr txBox="1"/>
          <p:nvPr/>
        </p:nvSpPr>
        <p:spPr>
          <a:xfrm>
            <a:off x="5662549"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€24.9M</a:t>
            </a:r>
            <a:endParaRPr lang="en-US" sz="1000"/>
          </a:p>
        </p:txBody>
      </p:sp>
      <p:sp>
        <p:nvSpPr>
          <p:cNvPr id="47" name="Text 42"/>
          <p:cNvSpPr txBox="1"/>
          <p:nvPr/>
        </p:nvSpPr>
        <p:spPr>
          <a:xfrm>
            <a:off x="7168773"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€80.1M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€102.5M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€33.8M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€67.5M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€101.3M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€33.8M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€20.7M to €98.1M</a:t>
            </a:r>
            <a:endParaRPr lang="en-US" sz="1200"/>
          </a:p>
        </p:txBody>
      </p:sp>
      <p:sp>
        <p:nvSpPr>
          <p:cNvPr id="41" name="zone-under"/>
          <p:cNvSpPr/>
          <p:nvPr/>
        </p:nvSpPr>
        <p:spPr>
          <a:xfrm>
            <a:off x="5440680" y="3017520"/>
            <a:ext cx="58888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5" y="3017520"/>
            <a:ext cx="220511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443"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€16.9M</a:t>
            </a:r>
            <a:endParaRPr lang="en-US" sz="1000"/>
          </a:p>
        </p:txBody>
      </p:sp>
      <p:sp>
        <p:nvSpPr>
          <p:cNvPr id="46" name="Text 41"/>
          <p:cNvSpPr txBox="1"/>
          <p:nvPr/>
        </p:nvSpPr>
        <p:spPr>
          <a:xfrm>
            <a:off x="55723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€98.1M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€16.9M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€33.8M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€67.5M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€101.3M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€33.8M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€20.7M to €98.1M</a:t>
            </a:r>
            <a:endParaRPr lang="en-US" sz="1200"/>
          </a:p>
        </p:txBody>
      </p:sp>
      <p:sp>
        <p:nvSpPr>
          <p:cNvPr id="41" name="zone-under"/>
          <p:cNvSpPr/>
          <p:nvPr/>
        </p:nvSpPr>
        <p:spPr>
          <a:xfrm>
            <a:off x="5440680" y="3017520"/>
            <a:ext cx="58888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5" y="3017520"/>
            <a:ext cx="220511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49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414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€33.8M</a:t>
            </a:r>
            <a:endParaRPr lang="en-US" sz="1000"/>
          </a:p>
        </p:txBody>
      </p:sp>
      <p:sp>
        <p:nvSpPr>
          <p:cNvPr id="46" name="Text 41"/>
          <p:cNvSpPr txBox="1"/>
          <p:nvPr/>
        </p:nvSpPr>
        <p:spPr>
          <a:xfrm>
            <a:off x="55723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€98.1M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€33.8M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€33.8M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€67.5M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€101.3M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€33.8M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€20.7M to €98.1M</a:t>
            </a:r>
            <a:endParaRPr lang="en-US" sz="1200"/>
          </a:p>
        </p:txBody>
      </p:sp>
      <p:sp>
        <p:nvSpPr>
          <p:cNvPr id="41" name="zone-under"/>
          <p:cNvSpPr/>
          <p:nvPr/>
        </p:nvSpPr>
        <p:spPr>
          <a:xfrm>
            <a:off x="5440680" y="3017520"/>
            <a:ext cx="58888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65" y="3017520"/>
            <a:ext cx="220511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59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624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€67.5M</a:t>
            </a:r>
            <a:endParaRPr lang="en-US" sz="1000"/>
          </a:p>
        </p:txBody>
      </p:sp>
      <p:sp>
        <p:nvSpPr>
          <p:cNvPr id="46" name="Text 41"/>
          <p:cNvSpPr txBox="1"/>
          <p:nvPr/>
        </p:nvSpPr>
        <p:spPr>
          <a:xfrm>
            <a:off x="55723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€98.1M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€67.5M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transfer"/>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p:cNvSpPr txBox="1"/>
          <p:nvPr/>
        </p:nvSpPr>
        <p:spPr>
          <a:xfrm>
            <a:off x="4078224" y="144475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Aguerd</a:t>
            </a:r>
            <a:endParaRPr lang="en-US" sz="1000"/>
          </a:p>
        </p:txBody>
      </p:sp>
      <p:sp>
        <p:nvSpPr>
          <p:cNvPr id="18" name="chip-player-13">
            <a:hlinkClick r:id="rId16"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€16.9M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€33.8M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€67.5M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€101.3M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Nayef Aguerd</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€33.8M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€20.7M to €98.1M</a:t>
            </a:r>
            <a:endParaRPr lang="en-US" sz="1200"/>
          </a:p>
        </p:txBody>
      </p:sp>
      <p:sp>
        <p:nvSpPr>
          <p:cNvPr id="41" name="zone-under"/>
          <p:cNvSpPr/>
          <p:nvPr/>
        </p:nvSpPr>
        <p:spPr>
          <a:xfrm>
            <a:off x="5440680" y="3017520"/>
            <a:ext cx="57005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32" y="3017520"/>
            <a:ext cx="2134593"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325" y="3017520"/>
            <a:ext cx="312875"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€101.3M</a:t>
            </a:r>
            <a:endParaRPr lang="en-US" sz="1000"/>
          </a:p>
        </p:txBody>
      </p:sp>
      <p:sp>
        <p:nvSpPr>
          <p:cNvPr id="46" name="Text 41"/>
          <p:cNvSpPr txBox="1"/>
          <p:nvPr/>
        </p:nvSpPr>
        <p:spPr>
          <a:xfrm>
            <a:off x="555353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€20.7M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€98.1M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€101.3M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transfer"/>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chemeClr val="tx1"/>
                </a:solidFill>
              </a:rPr>
              <a:t>SELL WINDOW</a:t>
            </a:r>
            <a:r>
              <a:rPr lang="en-US" sz="1100">
                <a:solidFill>
                  <a:schemeClr val="tx1"/>
                </a:solidFill>
              </a:rPr>
              <a:t> · forecast is below the €35.0M of 2024Q4</a:t>
            </a:r>
            <a:endParaRPr lang="en-US" sz="110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€23.4M to €75.4M</a:t>
            </a:r>
            <a:endParaRPr lang="en-US" sz="1200"/>
          </a:p>
        </p:txBody>
      </p:sp>
      <p:sp>
        <p:nvSpPr>
          <p:cNvPr id="41" name="zone-under"/>
          <p:cNvSpPr/>
          <p:nvPr/>
        </p:nvSpPr>
        <p:spPr>
          <a:xfrm>
            <a:off x="5440680" y="3017520"/>
            <a:ext cx="8683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0" y="3017520"/>
            <a:ext cx="19256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7771"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419"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€16.1M</a:t>
            </a:r>
            <a:endParaRPr lang="en-US" sz="1000"/>
          </a:p>
        </p:txBody>
      </p:sp>
      <p:sp>
        <p:nvSpPr>
          <p:cNvPr id="46" name="Text 41"/>
          <p:cNvSpPr txBox="1"/>
          <p:nvPr/>
        </p:nvSpPr>
        <p:spPr>
          <a:xfrm>
            <a:off x="58518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€16.1M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€32.1M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€23.4M to €75.4M</a:t>
            </a:r>
            <a:endParaRPr lang="en-US" sz="1200"/>
          </a:p>
        </p:txBody>
      </p:sp>
      <p:sp>
        <p:nvSpPr>
          <p:cNvPr id="41" name="zone-under"/>
          <p:cNvSpPr/>
          <p:nvPr/>
        </p:nvSpPr>
        <p:spPr>
          <a:xfrm>
            <a:off x="5440680" y="3017520"/>
            <a:ext cx="8683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0" y="3017520"/>
            <a:ext cx="19256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15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2798"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€32.1M</a:t>
            </a:r>
            <a:endParaRPr lang="en-US" sz="1000"/>
          </a:p>
        </p:txBody>
      </p:sp>
      <p:sp>
        <p:nvSpPr>
          <p:cNvPr id="46" name="Text 41"/>
          <p:cNvSpPr txBox="1"/>
          <p:nvPr/>
        </p:nvSpPr>
        <p:spPr>
          <a:xfrm>
            <a:off x="58518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€32.1M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€64.3M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€96.4M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€23.4M to €75.4M</a:t>
            </a:r>
            <a:endParaRPr lang="en-US" sz="1200"/>
          </a:p>
        </p:txBody>
      </p:sp>
      <p:sp>
        <p:nvSpPr>
          <p:cNvPr id="41" name="zone-under"/>
          <p:cNvSpPr/>
          <p:nvPr/>
        </p:nvSpPr>
        <p:spPr>
          <a:xfrm>
            <a:off x="5440680" y="3017520"/>
            <a:ext cx="868330"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0" y="3017520"/>
            <a:ext cx="192567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390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355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€64.3M</a:t>
            </a:r>
            <a:endParaRPr lang="en-US" sz="1000"/>
          </a:p>
        </p:txBody>
      </p:sp>
      <p:sp>
        <p:nvSpPr>
          <p:cNvPr id="46" name="Text 41"/>
          <p:cNvSpPr txBox="1"/>
          <p:nvPr/>
        </p:nvSpPr>
        <p:spPr>
          <a:xfrm>
            <a:off x="585181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€64.3M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€32.1M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€64.3M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€96.4M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€32.1M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€23.4M to €75.4M</a:t>
            </a:r>
            <a:endParaRPr lang="en-US" sz="1200"/>
          </a:p>
        </p:txBody>
      </p:sp>
      <p:sp>
        <p:nvSpPr>
          <p:cNvPr id="41" name="zone-under"/>
          <p:cNvSpPr/>
          <p:nvPr/>
        </p:nvSpPr>
        <p:spPr>
          <a:xfrm>
            <a:off x="5440680" y="3017520"/>
            <a:ext cx="679152"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832" y="3017520"/>
            <a:ext cx="1506134"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965" y="3017520"/>
            <a:ext cx="832235"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€96.4M</a:t>
            </a:r>
            <a:endParaRPr lang="en-US" sz="1000"/>
          </a:p>
        </p:txBody>
      </p:sp>
      <p:sp>
        <p:nvSpPr>
          <p:cNvPr id="46" name="Text 41"/>
          <p:cNvSpPr txBox="1"/>
          <p:nvPr/>
        </p:nvSpPr>
        <p:spPr>
          <a:xfrm>
            <a:off x="5662632"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€23.4M</a:t>
            </a:r>
            <a:endParaRPr lang="en-US" sz="1000"/>
          </a:p>
        </p:txBody>
      </p:sp>
      <p:sp>
        <p:nvSpPr>
          <p:cNvPr id="47" name="Text 42"/>
          <p:cNvSpPr txBox="1"/>
          <p:nvPr/>
        </p:nvSpPr>
        <p:spPr>
          <a:xfrm>
            <a:off x="716876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€75.4M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€96.4M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€21.0M to €99.5M</a:t>
            </a:r>
            <a:endParaRPr lang="en-US" sz="1200"/>
          </a:p>
        </p:txBody>
      </p:sp>
      <p:sp>
        <p:nvSpPr>
          <p:cNvPr id="41" name="zone-under"/>
          <p:cNvSpPr/>
          <p:nvPr/>
        </p:nvSpPr>
        <p:spPr>
          <a:xfrm>
            <a:off x="5440680" y="3017520"/>
            <a:ext cx="58886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1" y="3017520"/>
            <a:ext cx="220513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370"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€17.1M</a:t>
            </a:r>
            <a:endParaRPr lang="en-US" sz="1000"/>
          </a:p>
        </p:txBody>
      </p:sp>
      <p:sp>
        <p:nvSpPr>
          <p:cNvPr id="46" name="Text 41"/>
          <p:cNvSpPr txBox="1"/>
          <p:nvPr/>
        </p:nvSpPr>
        <p:spPr>
          <a:xfrm>
            <a:off x="557234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€17.1M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€21.0M to €99.5M</a:t>
            </a:r>
            <a:endParaRPr lang="en-US" sz="1200"/>
          </a:p>
        </p:txBody>
      </p:sp>
      <p:sp>
        <p:nvSpPr>
          <p:cNvPr id="41" name="zone-under"/>
          <p:cNvSpPr/>
          <p:nvPr/>
        </p:nvSpPr>
        <p:spPr>
          <a:xfrm>
            <a:off x="5440680" y="3017520"/>
            <a:ext cx="58886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1" y="3017520"/>
            <a:ext cx="220513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348"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3996"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€34.2M</a:t>
            </a:r>
            <a:endParaRPr lang="en-US" sz="1000"/>
          </a:p>
        </p:txBody>
      </p:sp>
      <p:sp>
        <p:nvSpPr>
          <p:cNvPr id="46" name="Text 41"/>
          <p:cNvSpPr txBox="1"/>
          <p:nvPr/>
        </p:nvSpPr>
        <p:spPr>
          <a:xfrm>
            <a:off x="557234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€34.2M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€68.5M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€102.7M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€21.0M to €99.5M</a:t>
            </a:r>
            <a:endParaRPr lang="en-US" sz="1200"/>
          </a:p>
        </p:txBody>
      </p:sp>
      <p:sp>
        <p:nvSpPr>
          <p:cNvPr id="41" name="zone-under"/>
          <p:cNvSpPr/>
          <p:nvPr/>
        </p:nvSpPr>
        <p:spPr>
          <a:xfrm>
            <a:off x="5440680" y="3017520"/>
            <a:ext cx="588861"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541" y="3017520"/>
            <a:ext cx="2205139"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30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595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€68.5M</a:t>
            </a:r>
            <a:endParaRPr lang="en-US" sz="1000"/>
          </a:p>
        </p:txBody>
      </p:sp>
      <p:sp>
        <p:nvSpPr>
          <p:cNvPr id="46" name="Text 41"/>
          <p:cNvSpPr txBox="1"/>
          <p:nvPr/>
        </p:nvSpPr>
        <p:spPr>
          <a:xfrm>
            <a:off x="5572341"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€68.5M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p:cNvSpPr txBox="1"/>
          <p:nvPr/>
        </p:nvSpPr>
        <p:spPr>
          <a:xfrm>
            <a:off x="4078224" y="181051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Lee</a:t>
            </a:r>
            <a:endParaRPr lang="en-US" sz="1000"/>
          </a:p>
        </p:txBody>
      </p:sp>
      <p:sp>
        <p:nvSpPr>
          <p:cNvPr id="19" name="chip-player-14">
            <a:hlinkClick r:id="rId17" action="ppaction://hlinksldjump" tooltip="Jordan Teze"/>
          </p:cNvPr>
          <p:cNvSpPr txBox="1"/>
          <p:nvPr/>
        </p:nvSpPr>
        <p:spPr>
          <a:xfrm>
            <a:off x="4078224"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€17.1M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€34.2M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€68.5M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€102.7M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Kang-in Lee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€30.0M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€34.2M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€21.0M to €99.5M</a:t>
            </a:r>
            <a:endParaRPr lang="en-US" sz="1200"/>
          </a:p>
        </p:txBody>
      </p:sp>
      <p:sp>
        <p:nvSpPr>
          <p:cNvPr id="41" name="zone-under"/>
          <p:cNvSpPr/>
          <p:nvPr/>
        </p:nvSpPr>
        <p:spPr>
          <a:xfrm>
            <a:off x="5440680" y="3017520"/>
            <a:ext cx="57011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795" y="3017520"/>
            <a:ext cx="2134940"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735" y="3017520"/>
            <a:ext cx="312465"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€102.7M</a:t>
            </a:r>
            <a:endParaRPr lang="en-US" sz="1000"/>
          </a:p>
        </p:txBody>
      </p:sp>
      <p:sp>
        <p:nvSpPr>
          <p:cNvPr id="46" name="Text 41"/>
          <p:cNvSpPr txBox="1"/>
          <p:nvPr/>
        </p:nvSpPr>
        <p:spPr>
          <a:xfrm>
            <a:off x="555359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€21.0M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€99.5M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€102.7M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€30.0M of 2024Q4</a:t>
            </a:r>
            <a:endParaRPr lang="en-US" sz="110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€48.0M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€16.0M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€11.7M to €37.6M</a:t>
            </a:r>
            <a:endParaRPr lang="en-US" sz="1200"/>
          </a:p>
        </p:txBody>
      </p:sp>
      <p:sp>
        <p:nvSpPr>
          <p:cNvPr id="41" name="zone-under"/>
          <p:cNvSpPr/>
          <p:nvPr/>
        </p:nvSpPr>
        <p:spPr>
          <a:xfrm>
            <a:off x="5440680" y="3017520"/>
            <a:ext cx="86833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5" y="3017520"/>
            <a:ext cx="192566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018024"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87672"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€8.0M</a:t>
            </a:r>
            <a:endParaRPr lang="en-US" sz="1000"/>
          </a:p>
        </p:txBody>
      </p:sp>
      <p:sp>
        <p:nvSpPr>
          <p:cNvPr id="46" name="Text 41"/>
          <p:cNvSpPr txBox="1"/>
          <p:nvPr/>
        </p:nvSpPr>
        <p:spPr>
          <a:xfrm>
            <a:off x="585181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€11.7M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€37.6M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€8.0M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€48.0M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€16.0M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€11.7M to €37.6M</a:t>
            </a:r>
            <a:endParaRPr lang="en-US" sz="1200"/>
          </a:p>
        </p:txBody>
      </p:sp>
      <p:sp>
        <p:nvSpPr>
          <p:cNvPr id="41" name="zone-under"/>
          <p:cNvSpPr/>
          <p:nvPr/>
        </p:nvSpPr>
        <p:spPr>
          <a:xfrm>
            <a:off x="5440680" y="3017520"/>
            <a:ext cx="86833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5" y="3017520"/>
            <a:ext cx="192566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613655"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083303"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€16.0M</a:t>
            </a:r>
            <a:endParaRPr lang="en-US" sz="1000"/>
          </a:p>
        </p:txBody>
      </p:sp>
      <p:sp>
        <p:nvSpPr>
          <p:cNvPr id="46" name="Text 41"/>
          <p:cNvSpPr txBox="1"/>
          <p:nvPr/>
        </p:nvSpPr>
        <p:spPr>
          <a:xfrm>
            <a:off x="585181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€11.7M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€37.6M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€16.0M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€48.0M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€16.0M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€11.7M to €37.6M</a:t>
            </a:r>
            <a:endParaRPr lang="en-US" sz="1200"/>
          </a:p>
        </p:txBody>
      </p:sp>
      <p:sp>
        <p:nvSpPr>
          <p:cNvPr id="41" name="zone-under"/>
          <p:cNvSpPr/>
          <p:nvPr/>
        </p:nvSpPr>
        <p:spPr>
          <a:xfrm>
            <a:off x="5440680" y="3017520"/>
            <a:ext cx="86833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309015" y="3017520"/>
            <a:ext cx="192566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80491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27456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€32.0M</a:t>
            </a:r>
            <a:endParaRPr lang="en-US" sz="1000"/>
          </a:p>
        </p:txBody>
      </p:sp>
      <p:sp>
        <p:nvSpPr>
          <p:cNvPr id="46" name="Text 41"/>
          <p:cNvSpPr txBox="1"/>
          <p:nvPr/>
        </p:nvSpPr>
        <p:spPr>
          <a:xfrm>
            <a:off x="585181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€11.7M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€37.6M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€32.0M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p:cNvSpPr txBox="1"/>
          <p:nvPr/>
        </p:nvSpPr>
        <p:spPr>
          <a:xfrm>
            <a:off x="4572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a:hlinkClick r:id="rId19" action="ppaction://hlinksldjump" tooltip="12 months"/>
          </p:cNvPr>
          <p:cNvSpPr txBox="1"/>
          <p:nvPr/>
        </p:nvSpPr>
        <p:spPr>
          <a:xfrm>
            <a:off x="18288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€8.0M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€16.0M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€32.0M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€48.0M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6 months (2025Q2)</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€16.0M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€11.7M to €37.6M</a:t>
            </a:r>
            <a:endParaRPr lang="en-US" sz="1200"/>
          </a:p>
        </p:txBody>
      </p:sp>
      <p:sp>
        <p:nvSpPr>
          <p:cNvPr id="41" name="zone-under"/>
          <p:cNvSpPr/>
          <p:nvPr/>
        </p:nvSpPr>
        <p:spPr>
          <a:xfrm>
            <a:off x="5440680" y="3017520"/>
            <a:ext cx="678867"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119547" y="3017520"/>
            <a:ext cx="1505491"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7625038" y="3017520"/>
            <a:ext cx="833162"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€48.0M</a:t>
            </a:r>
            <a:endParaRPr lang="en-US" sz="1000"/>
          </a:p>
        </p:txBody>
      </p:sp>
      <p:sp>
        <p:nvSpPr>
          <p:cNvPr id="46" name="Text 41"/>
          <p:cNvSpPr txBox="1"/>
          <p:nvPr/>
        </p:nvSpPr>
        <p:spPr>
          <a:xfrm>
            <a:off x="5662347"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€11.7M</a:t>
            </a:r>
            <a:endParaRPr lang="en-US" sz="1000"/>
          </a:p>
        </p:txBody>
      </p:sp>
      <p:sp>
        <p:nvSpPr>
          <p:cNvPr id="47" name="Text 42"/>
          <p:cNvSpPr txBox="1"/>
          <p:nvPr/>
        </p:nvSpPr>
        <p:spPr>
          <a:xfrm>
            <a:off x="7167838"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€37.6M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€48.0M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p:cNvSpPr txBox="1"/>
          <p:nvPr/>
        </p:nvSpPr>
        <p:spPr>
          <a:xfrm>
            <a:off x="457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€8.5M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1"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€10.4M to €49.4M</a:t>
            </a:r>
            <a:endParaRPr lang="en-US" sz="1200"/>
          </a:p>
        </p:txBody>
      </p:sp>
      <p:sp>
        <p:nvSpPr>
          <p:cNvPr id="41" name="zone-under"/>
          <p:cNvSpPr/>
          <p:nvPr/>
        </p:nvSpPr>
        <p:spPr>
          <a:xfrm>
            <a:off x="5440680" y="3017520"/>
            <a:ext cx="58901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95" y="3017520"/>
            <a:ext cx="220498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5903336"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44068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€8.5M</a:t>
            </a:r>
            <a:endParaRPr lang="en-US" sz="1000"/>
          </a:p>
        </p:txBody>
      </p:sp>
      <p:sp>
        <p:nvSpPr>
          <p:cNvPr id="46" name="Text 41"/>
          <p:cNvSpPr txBox="1"/>
          <p:nvPr/>
        </p:nvSpPr>
        <p:spPr>
          <a:xfrm>
            <a:off x="557249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€49.4M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1"/>
          </a:solidFill>
          <a:ln w="12700">
            <a:solidFill>
              <a:schemeClr val="accent1"/>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UNDERVALUED</a:t>
            </a:r>
            <a:endParaRPr lang="en-US" sz="1400"/>
          </a:p>
          <a:p>
            <a:pPr marL="0" indent="0">
              <a:buNone/>
            </a:pPr>
            <a:r>
              <a:rPr lang="en-US" sz="1100">
                <a:solidFill>
                  <a:schemeClr val="bg1"/>
                </a:solidFill>
              </a:rPr>
              <a:t>Fee €8.5M is below the range</a:t>
            </a:r>
            <a:endParaRPr lang="en-US" sz="1400"/>
          </a:p>
        </p:txBody>
      </p:sp>
      <p:sp>
        <p:nvSpPr>
          <p:cNvPr id="50" name="green-card"/>
          <p:cNvSpPr/>
          <p:nvPr/>
        </p:nvSpPr>
        <p:spPr>
          <a:xfrm>
            <a:off x="8065008" y="3721608"/>
            <a:ext cx="201168" cy="292608"/>
          </a:xfrm>
          <a:prstGeom prst="roundRect">
            <a:avLst>
              <a:gd name="adj" fmla="val 13636"/>
            </a:avLst>
          </a:prstGeom>
          <a:solidFill>
            <a:srgbClr val="43A047"/>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€8.5M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p:cNvSpPr txBox="1"/>
          <p:nvPr/>
        </p:nvSpPr>
        <p:spPr>
          <a:xfrm>
            <a:off x="1600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€17.0M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2"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€10.4M to €49.4M</a:t>
            </a:r>
            <a:endParaRPr lang="en-US" sz="1200"/>
          </a:p>
        </p:txBody>
      </p:sp>
      <p:sp>
        <p:nvSpPr>
          <p:cNvPr id="41" name="zone-under"/>
          <p:cNvSpPr/>
          <p:nvPr/>
        </p:nvSpPr>
        <p:spPr>
          <a:xfrm>
            <a:off x="5440680" y="3017520"/>
            <a:ext cx="58901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95" y="3017520"/>
            <a:ext cx="220498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6384279"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5853927"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€17.0M</a:t>
            </a:r>
            <a:endParaRPr lang="en-US" sz="1000"/>
          </a:p>
        </p:txBody>
      </p:sp>
      <p:sp>
        <p:nvSpPr>
          <p:cNvPr id="46" name="Text 41"/>
          <p:cNvSpPr txBox="1"/>
          <p:nvPr/>
        </p:nvSpPr>
        <p:spPr>
          <a:xfrm>
            <a:off x="557249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€49.4M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€17.0M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€8.5M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p:cNvSpPr txBox="1"/>
          <p:nvPr/>
        </p:nvSpPr>
        <p:spPr>
          <a:xfrm>
            <a:off x="2743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€34.0M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a:hlinkClick r:id="rId23" action="ppaction://hlinksldjump" tooltip="3× forecast"/>
          </p:cNvPr>
          <p:cNvSpPr txBox="1"/>
          <p:nvPr/>
        </p:nvSpPr>
        <p:spPr>
          <a:xfrm>
            <a:off x="3886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€51.0M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€10.4M to €49.4M</a:t>
            </a:r>
            <a:endParaRPr lang="en-US" sz="1200"/>
          </a:p>
        </p:txBody>
      </p:sp>
      <p:sp>
        <p:nvSpPr>
          <p:cNvPr id="41" name="zone-under"/>
          <p:cNvSpPr/>
          <p:nvPr/>
        </p:nvSpPr>
        <p:spPr>
          <a:xfrm>
            <a:off x="5440680" y="3017520"/>
            <a:ext cx="58901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29695" y="3017520"/>
            <a:ext cx="220498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234680" y="3017520"/>
            <a:ext cx="223520"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7346167"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6815815"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€34.0M</a:t>
            </a:r>
            <a:endParaRPr lang="en-US" sz="1000"/>
          </a:p>
        </p:txBody>
      </p:sp>
      <p:sp>
        <p:nvSpPr>
          <p:cNvPr id="46" name="Text 41"/>
          <p:cNvSpPr txBox="1"/>
          <p:nvPr/>
        </p:nvSpPr>
        <p:spPr>
          <a:xfrm>
            <a:off x="557249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€49.4M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tx1"/>
                </a:solidFill>
              </a:rPr>
              <a:t>FAIR RANGE</a:t>
            </a:r>
            <a:endParaRPr lang="en-US" sz="1400"/>
          </a:p>
          <a:p>
            <a:pPr marL="0" indent="0">
              <a:buNone/>
            </a:pPr>
            <a:r>
              <a:rPr lang="en-US" sz="1100">
                <a:solidFill>
                  <a:schemeClr val="tx1"/>
                </a:solidFill>
              </a:rPr>
              <a:t>Fee €34.0M is inside the range</a:t>
            </a:r>
            <a:endParaRPr lang="en-US" sz="1400"/>
          </a:p>
        </p:txBody>
      </p:sp>
      <p:pic>
        <p:nvPicPr>
          <p:cNvPr id="50" name="Image 3" descr="whistle"/>
          <p:cNvPicPr>
            <a:picLocks noChangeAspect="1"/>
          </p:cNvPicPr>
          <p:nvPr/>
        </p:nvPicPr>
        <p:blipFill>
          <a:blip r:embed="rId25"/>
          <a:stretch>
            <a:fillRect/>
          </a:stretch>
        </p:blipFill>
        <p:spPr>
          <a:xfrm>
            <a:off x="8001000" y="3712464"/>
            <a:ext cx="310896" cy="310896"/>
          </a:xfrm>
          <a:prstGeom prst="rect">
            <a:avLst/>
          </a:prstGeom>
        </p:spPr>
      </p:pic>
      <p:pic>
        <p:nvPicPr>
          <p:cNvPr id="51" name="Image 4" descr="handshake"/>
          <p:cNvPicPr>
            <a:picLocks noChangeAspect="1"/>
          </p:cNvPicPr>
          <p:nvPr/>
        </p:nvPicPr>
        <p:blipFill>
          <a:blip r:embed="rId26"/>
          <a:stretch>
            <a:fillRect/>
          </a:stretch>
        </p:blipFill>
        <p:spPr>
          <a:xfrm>
            <a:off x="5440680" y="4224528"/>
            <a:ext cx="201168" cy="201168"/>
          </a:xfrm>
          <a:prstGeom prst="rect">
            <a:avLst/>
          </a:prstGeom>
        </p:spPr>
      </p:pic>
      <p:sp>
        <p:nvSpPr>
          <p:cNvPr id="52" name="Text 45"/>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a:solidFill>
                  <a:schemeClr val="tx2"/>
                </a:solidFill>
              </a:rPr>
              <a:t>Decision support prototype</a:t>
            </a:r>
            <a:endParaRPr lang="en-US" sz="3400"/>
          </a:p>
        </p:txBody>
      </p:sp>
      <p:pic>
        <p:nvPicPr>
          <p:cNvPr id="3" name="Image 0" descr="jersey"/>
          <p:cNvPicPr>
            <a:picLocks noChangeAspect="1"/>
          </p:cNvPicPr>
          <p:nvPr/>
        </p:nvPicPr>
        <p:blipFill>
          <a:blip r:embed="rId3"/>
          <a:stretch>
            <a:fillRect/>
          </a:stretch>
        </p:blipFill>
        <p:spPr>
          <a:xfrm>
            <a:off x="457200" y="1170432"/>
            <a:ext cx="219456" cy="219456"/>
          </a:xfrm>
          <a:prstGeom prst="rect">
            <a:avLst/>
          </a:prstGeom>
        </p:spPr>
      </p:pic>
      <p:sp>
        <p:nvSpPr>
          <p:cNvPr id="4" name="Text 1"/>
          <p:cNvSpPr txBox="1"/>
          <p:nvPr/>
        </p:nvSpPr>
        <p:spPr>
          <a:xfrm>
            <a:off x="749808" y="1170432"/>
            <a:ext cx="2743200" cy="228600"/>
          </a:xfrm>
          <a:prstGeom prst="rect">
            <a:avLst/>
          </a:prstGeom>
          <a:noFill/>
          <a:ln/>
        </p:spPr>
        <p:txBody>
          <a:bodyPr wrap="square" lIns="0" tIns="0" rIns="0" bIns="0" rtlCol="0" anchor="ctr"/>
          <a:lstStyle/>
          <a:p>
            <a:pPr marL="0" indent="0">
              <a:buNone/>
            </a:pPr>
            <a:r>
              <a:rPr lang="en-US" sz="1200" b="1">
                <a:solidFill>
                  <a:schemeClr val="accent1"/>
                </a:solidFill>
              </a:rPr>
              <a:t>Player</a:t>
            </a:r>
            <a:endParaRPr lang="en-US" sz="1200"/>
          </a:p>
        </p:txBody>
      </p:sp>
      <p:sp>
        <p:nvSpPr>
          <p:cNvPr id="5" name="chip-player-0">
            <a:hlinkClick r:id="rId4" action="ppaction://hlinksldjump" tooltip="Phil Foden"/>
          </p:cNvPr>
          <p:cNvSpPr txBox="1"/>
          <p:nvPr/>
        </p:nvSpPr>
        <p:spPr>
          <a:xfrm>
            <a:off x="457200"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Foden</a:t>
            </a:r>
            <a:endParaRPr lang="en-US" sz="1000"/>
          </a:p>
        </p:txBody>
      </p:sp>
      <p:sp>
        <p:nvSpPr>
          <p:cNvPr id="6" name="chip-player-1">
            <a:hlinkClick r:id="rId5" action="ppaction://hlinksldjump" tooltip="Pedro Neto"/>
          </p:cNvPr>
          <p:cNvSpPr txBox="1"/>
          <p:nvPr/>
        </p:nvSpPr>
        <p:spPr>
          <a:xfrm>
            <a:off x="457200"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Neto</a:t>
            </a:r>
            <a:endParaRPr lang="en-US" sz="1000"/>
          </a:p>
        </p:txBody>
      </p:sp>
      <p:sp>
        <p:nvSpPr>
          <p:cNvPr id="7" name="chip-player-2">
            <a:hlinkClick r:id="rId6" action="ppaction://hlinksldjump" tooltip="Matheus Cunha"/>
          </p:cNvPr>
          <p:cNvSpPr txBox="1"/>
          <p:nvPr/>
        </p:nvSpPr>
        <p:spPr>
          <a:xfrm>
            <a:off x="457200"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Cunha</a:t>
            </a:r>
            <a:endParaRPr lang="en-US" sz="1000"/>
          </a:p>
        </p:txBody>
      </p:sp>
      <p:sp>
        <p:nvSpPr>
          <p:cNvPr id="8" name="chip-player-3">
            <a:hlinkClick r:id="rId7" action="ppaction://hlinksldjump" tooltip="Marcus Rashford"/>
          </p:cNvPr>
          <p:cNvSpPr txBox="1"/>
          <p:nvPr/>
        </p:nvSpPr>
        <p:spPr>
          <a:xfrm>
            <a:off x="1362456"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Rashford</a:t>
            </a:r>
            <a:endParaRPr lang="en-US" sz="1000"/>
          </a:p>
        </p:txBody>
      </p:sp>
      <p:sp>
        <p:nvSpPr>
          <p:cNvPr id="9" name="chip-player-4">
            <a:hlinkClick r:id="rId8" action="ppaction://hlinksldjump" tooltip="Ronald Araujo"/>
          </p:cNvPr>
          <p:cNvSpPr txBox="1"/>
          <p:nvPr/>
        </p:nvSpPr>
        <p:spPr>
          <a:xfrm>
            <a:off x="1362456"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Araujo</a:t>
            </a:r>
            <a:endParaRPr lang="en-US" sz="1000"/>
          </a:p>
        </p:txBody>
      </p:sp>
      <p:sp>
        <p:nvSpPr>
          <p:cNvPr id="10" name="chip-player-5">
            <a:hlinkClick r:id="rId9" action="ppaction://hlinksldjump" tooltip="Oihan Sancet"/>
          </p:cNvPr>
          <p:cNvSpPr txBox="1"/>
          <p:nvPr/>
        </p:nvSpPr>
        <p:spPr>
          <a:xfrm>
            <a:off x="1362456"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Sancet</a:t>
            </a:r>
            <a:endParaRPr lang="en-US" sz="1000"/>
          </a:p>
        </p:txBody>
      </p:sp>
      <p:sp>
        <p:nvSpPr>
          <p:cNvPr id="11" name="chip-player-6">
            <a:hlinkClick r:id="rId10" action="ppaction://hlinksldjump" tooltip="Loïs Openda"/>
          </p:cNvPr>
          <p:cNvSpPr txBox="1"/>
          <p:nvPr/>
        </p:nvSpPr>
        <p:spPr>
          <a:xfrm>
            <a:off x="2267712"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Openda</a:t>
            </a:r>
            <a:endParaRPr lang="en-US" sz="1000"/>
          </a:p>
        </p:txBody>
      </p:sp>
      <p:sp>
        <p:nvSpPr>
          <p:cNvPr id="12" name="chip-player-7">
            <a:hlinkClick r:id="rId11" action="ppaction://hlinksldjump" tooltip="Teun Koopmeiners"/>
          </p:cNvPr>
          <p:cNvSpPr txBox="1"/>
          <p:nvPr/>
        </p:nvSpPr>
        <p:spPr>
          <a:xfrm>
            <a:off x="2267712"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Koopmeiners</a:t>
            </a:r>
            <a:endParaRPr lang="en-US" sz="1000"/>
          </a:p>
        </p:txBody>
      </p:sp>
      <p:sp>
        <p:nvSpPr>
          <p:cNvPr id="13" name="chip-player-8">
            <a:hlinkClick r:id="rId12" action="ppaction://hlinksldjump" tooltip="Khéphren Thuram"/>
          </p:cNvPr>
          <p:cNvSpPr txBox="1"/>
          <p:nvPr/>
        </p:nvSpPr>
        <p:spPr>
          <a:xfrm>
            <a:off x="2267712"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Thuram</a:t>
            </a:r>
            <a:endParaRPr lang="en-US" sz="1000"/>
          </a:p>
        </p:txBody>
      </p:sp>
      <p:sp>
        <p:nvSpPr>
          <p:cNvPr id="14" name="chip-player-9">
            <a:hlinkClick r:id="rId13" action="ppaction://hlinksldjump" tooltip="Serge Gnabry"/>
          </p:cNvPr>
          <p:cNvSpPr txBox="1"/>
          <p:nvPr/>
        </p:nvSpPr>
        <p:spPr>
          <a:xfrm>
            <a:off x="3172968"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Gnabry</a:t>
            </a:r>
            <a:endParaRPr lang="en-US" sz="1000"/>
          </a:p>
        </p:txBody>
      </p:sp>
      <p:sp>
        <p:nvSpPr>
          <p:cNvPr id="15" name="chip-player-10">
            <a:hlinkClick r:id="rId14" action="ppaction://hlinksldjump" tooltip="Waldemar Anton"/>
          </p:cNvPr>
          <p:cNvSpPr txBox="1"/>
          <p:nvPr/>
        </p:nvSpPr>
        <p:spPr>
          <a:xfrm>
            <a:off x="3172968"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Anton</a:t>
            </a:r>
            <a:endParaRPr lang="en-US" sz="1000"/>
          </a:p>
        </p:txBody>
      </p:sp>
      <p:sp>
        <p:nvSpPr>
          <p:cNvPr id="16" name="chip-player-11">
            <a:hlinkClick r:id="rId15" action="ppaction://hlinksldjump" tooltip="Christoph Baumgartner"/>
          </p:cNvPr>
          <p:cNvSpPr txBox="1"/>
          <p:nvPr/>
        </p:nvSpPr>
        <p:spPr>
          <a:xfrm>
            <a:off x="3172968" y="217627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Baumgartner</a:t>
            </a:r>
            <a:endParaRPr lang="en-US" sz="1000"/>
          </a:p>
        </p:txBody>
      </p:sp>
      <p:sp>
        <p:nvSpPr>
          <p:cNvPr id="17" name="chip-player-12">
            <a:hlinkClick r:id="rId16" action="ppaction://hlinksldjump" tooltip="Nayef Aguerd"/>
          </p:cNvPr>
          <p:cNvSpPr txBox="1"/>
          <p:nvPr/>
        </p:nvSpPr>
        <p:spPr>
          <a:xfrm>
            <a:off x="4078224" y="144475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Aguerd</a:t>
            </a:r>
            <a:endParaRPr lang="en-US" sz="1000"/>
          </a:p>
        </p:txBody>
      </p:sp>
      <p:sp>
        <p:nvSpPr>
          <p:cNvPr id="18" name="chip-player-13">
            <a:hlinkClick r:id="rId17" action="ppaction://hlinksldjump" tooltip="Kang-in Lee"/>
          </p:cNvPr>
          <p:cNvSpPr txBox="1"/>
          <p:nvPr/>
        </p:nvSpPr>
        <p:spPr>
          <a:xfrm>
            <a:off x="4078224" y="1810512"/>
            <a:ext cx="859536" cy="310896"/>
          </a:xfrm>
          <a:prstGeom prst="roundRect">
            <a:avLst>
              <a:gd name="adj" fmla="val 23529"/>
            </a:avLst>
          </a:prstGeom>
          <a:solidFill>
            <a:schemeClr val="bg1"/>
          </a:solidFill>
          <a:ln w="9525">
            <a:solidFill>
              <a:srgbClr val="C9D3CE"/>
            </a:solidFill>
          </a:ln>
        </p:spPr>
        <p:txBody>
          <a:bodyPr wrap="square" lIns="0" tIns="0" rIns="0" bIns="0" rtlCol="0" anchor="ctr"/>
          <a:lstStyle/>
          <a:p>
            <a:pPr marL="0" indent="0" algn="ctr">
              <a:buNone/>
            </a:pPr>
            <a:r>
              <a:rPr lang="en-US" sz="1000">
                <a:solidFill>
                  <a:schemeClr val="tx1"/>
                </a:solidFill>
              </a:rPr>
              <a:t>Lee</a:t>
            </a:r>
            <a:endParaRPr lang="en-US" sz="1000"/>
          </a:p>
        </p:txBody>
      </p:sp>
      <p:sp>
        <p:nvSpPr>
          <p:cNvPr id="19" name="chip-player-14"/>
          <p:cNvSpPr txBox="1"/>
          <p:nvPr/>
        </p:nvSpPr>
        <p:spPr>
          <a:xfrm>
            <a:off x="4078224" y="2176272"/>
            <a:ext cx="859536" cy="310896"/>
          </a:xfrm>
          <a:prstGeom prst="roundRect">
            <a:avLst>
              <a:gd name="adj" fmla="val 23529"/>
            </a:avLst>
          </a:prstGeom>
          <a:solidFill>
            <a:schemeClr val="accent2"/>
          </a:solidFill>
          <a:ln w="12700">
            <a:solidFill>
              <a:schemeClr val="accent2"/>
            </a:solidFill>
          </a:ln>
        </p:spPr>
        <p:txBody>
          <a:bodyPr wrap="square" lIns="0" tIns="0" rIns="0" bIns="0" rtlCol="0" anchor="ctr"/>
          <a:lstStyle/>
          <a:p>
            <a:pPr marL="0" indent="0" algn="ctr">
              <a:buNone/>
            </a:pPr>
            <a:r>
              <a:rPr lang="en-US" sz="1000" b="1">
                <a:solidFill>
                  <a:schemeClr val="tx1"/>
                </a:solidFill>
              </a:rPr>
              <a:t>Teze</a:t>
            </a:r>
            <a:endParaRPr lang="en-US" sz="1000"/>
          </a:p>
        </p:txBody>
      </p:sp>
      <p:pic>
        <p:nvPicPr>
          <p:cNvPr id="20" name="Image 1" descr="stopwatch"/>
          <p:cNvPicPr>
            <a:picLocks noChangeAspect="1"/>
          </p:cNvPicPr>
          <p:nvPr/>
        </p:nvPicPr>
        <p:blipFill>
          <a:blip r:embed="rId18"/>
          <a:stretch>
            <a:fillRect/>
          </a:stretch>
        </p:blipFill>
        <p:spPr>
          <a:xfrm>
            <a:off x="457200" y="2651760"/>
            <a:ext cx="219456" cy="219456"/>
          </a:xfrm>
          <a:prstGeom prst="rect">
            <a:avLst/>
          </a:prstGeom>
        </p:spPr>
      </p:pic>
      <p:sp>
        <p:nvSpPr>
          <p:cNvPr id="21" name="Text 17"/>
          <p:cNvSpPr txBox="1"/>
          <p:nvPr/>
        </p:nvSpPr>
        <p:spPr>
          <a:xfrm>
            <a:off x="749808" y="2651760"/>
            <a:ext cx="2743200" cy="228600"/>
          </a:xfrm>
          <a:prstGeom prst="rect">
            <a:avLst/>
          </a:prstGeom>
          <a:noFill/>
          <a:ln/>
        </p:spPr>
        <p:txBody>
          <a:bodyPr wrap="square" lIns="0" tIns="0" rIns="0" bIns="0" rtlCol="0" anchor="ctr"/>
          <a:lstStyle/>
          <a:p>
            <a:pPr marL="0" indent="0">
              <a:buNone/>
            </a:pPr>
            <a:r>
              <a:rPr lang="en-US" sz="1200" b="1">
                <a:solidFill>
                  <a:schemeClr val="accent1"/>
                </a:solidFill>
              </a:rPr>
              <a:t>Horizon</a:t>
            </a:r>
            <a:endParaRPr lang="en-US" sz="1200"/>
          </a:p>
        </p:txBody>
      </p:sp>
      <p:sp>
        <p:nvSpPr>
          <p:cNvPr id="22" name="chip-horizon-0">
            <a:hlinkClick r:id="rId19" action="ppaction://hlinksldjump" tooltip="6 months"/>
          </p:cNvPr>
          <p:cNvSpPr txBox="1"/>
          <p:nvPr/>
        </p:nvSpPr>
        <p:spPr>
          <a:xfrm>
            <a:off x="457200" y="2926080"/>
            <a:ext cx="1280160" cy="365760"/>
          </a:xfrm>
          <a:prstGeom prst="roundRect">
            <a:avLst>
              <a:gd name="adj" fmla="val 20000"/>
            </a:avLst>
          </a:prstGeom>
          <a:solidFill>
            <a:schemeClr val="bg1"/>
          </a:solidFill>
          <a:ln w="9525">
            <a:solidFill>
              <a:srgbClr val="C9D3CE"/>
            </a:solidFill>
          </a:ln>
        </p:spPr>
        <p:txBody>
          <a:bodyPr wrap="square" lIns="0" tIns="0" rIns="0" bIns="0" rtlCol="0" anchor="ctr"/>
          <a:lstStyle/>
          <a:p>
            <a:pPr marL="0" indent="0" algn="ctr">
              <a:buNone/>
            </a:pPr>
            <a:r>
              <a:rPr lang="en-US" sz="1200" b="1">
                <a:solidFill>
                  <a:schemeClr val="tx1"/>
                </a:solidFill>
              </a:rPr>
              <a:t>6 months</a:t>
            </a:r>
            <a:endParaRPr lang="en-US" sz="1200"/>
          </a:p>
        </p:txBody>
      </p:sp>
      <p:sp>
        <p:nvSpPr>
          <p:cNvPr id="23" name="chip-horizon-1"/>
          <p:cNvSpPr txBox="1"/>
          <p:nvPr/>
        </p:nvSpPr>
        <p:spPr>
          <a:xfrm>
            <a:off x="1828800" y="2926080"/>
            <a:ext cx="1280160" cy="365760"/>
          </a:xfrm>
          <a:prstGeom prst="roundRect">
            <a:avLst>
              <a:gd name="adj" fmla="val 20000"/>
            </a:avLst>
          </a:prstGeom>
          <a:solidFill>
            <a:schemeClr val="accent2"/>
          </a:solidFill>
          <a:ln w="12700">
            <a:solidFill>
              <a:schemeClr val="accent2"/>
            </a:solidFill>
          </a:ln>
        </p:spPr>
        <p:txBody>
          <a:bodyPr wrap="square" lIns="0" tIns="0" rIns="0" bIns="0" rtlCol="0" anchor="ctr"/>
          <a:lstStyle/>
          <a:p>
            <a:pPr marL="0" indent="0" algn="ctr">
              <a:buNone/>
            </a:pPr>
            <a:r>
              <a:rPr lang="en-US" sz="1200" b="1">
                <a:solidFill>
                  <a:schemeClr val="tx1"/>
                </a:solidFill>
              </a:rPr>
              <a:t>12 months</a:t>
            </a:r>
            <a:endParaRPr lang="en-US" sz="1200"/>
          </a:p>
        </p:txBody>
      </p:sp>
      <p:pic>
        <p:nvPicPr>
          <p:cNvPr id="24" name="Image 2" descr="money"/>
          <p:cNvPicPr>
            <a:picLocks noChangeAspect="1"/>
          </p:cNvPicPr>
          <p:nvPr/>
        </p:nvPicPr>
        <p:blipFill>
          <a:blip r:embed="rId20"/>
          <a:stretch>
            <a:fillRect/>
          </a:stretch>
        </p:blipFill>
        <p:spPr>
          <a:xfrm>
            <a:off x="457200" y="3474720"/>
            <a:ext cx="237744" cy="219456"/>
          </a:xfrm>
          <a:prstGeom prst="rect">
            <a:avLst/>
          </a:prstGeom>
        </p:spPr>
      </p:pic>
      <p:sp>
        <p:nvSpPr>
          <p:cNvPr id="25" name="Text 20"/>
          <p:cNvSpPr txBox="1"/>
          <p:nvPr/>
        </p:nvSpPr>
        <p:spPr>
          <a:xfrm>
            <a:off x="749808" y="3474720"/>
            <a:ext cx="2743200" cy="228600"/>
          </a:xfrm>
          <a:prstGeom prst="rect">
            <a:avLst/>
          </a:prstGeom>
          <a:noFill/>
          <a:ln/>
        </p:spPr>
        <p:txBody>
          <a:bodyPr wrap="square" lIns="0" tIns="0" rIns="0" bIns="0" rtlCol="0" anchor="ctr"/>
          <a:lstStyle/>
          <a:p>
            <a:pPr marL="0" indent="0">
              <a:buNone/>
            </a:pPr>
            <a:r>
              <a:rPr lang="en-US" sz="1200" b="1">
                <a:solidFill>
                  <a:schemeClr val="accent1"/>
                </a:solidFill>
              </a:rPr>
              <a:t>Quoted fee</a:t>
            </a:r>
            <a:endParaRPr lang="en-US" sz="1200"/>
          </a:p>
        </p:txBody>
      </p:sp>
      <p:sp>
        <p:nvSpPr>
          <p:cNvPr id="26" name="chip-fee-0">
            <a:hlinkClick r:id="rId21" action="ppaction://hlinksldjump" tooltip="0.5× forecast"/>
          </p:cNvPr>
          <p:cNvSpPr txBox="1"/>
          <p:nvPr/>
        </p:nvSpPr>
        <p:spPr>
          <a:xfrm>
            <a:off x="457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€8.5M</a:t>
            </a:r>
            <a:endParaRPr lang="en-US" sz="1300"/>
          </a:p>
        </p:txBody>
      </p:sp>
      <p:sp>
        <p:nvSpPr>
          <p:cNvPr id="27" name="Text 22"/>
          <p:cNvSpPr txBox="1"/>
          <p:nvPr/>
        </p:nvSpPr>
        <p:spPr>
          <a:xfrm>
            <a:off x="457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0.5× forecast</a:t>
            </a:r>
            <a:endParaRPr lang="en-US" sz="1000"/>
          </a:p>
        </p:txBody>
      </p:sp>
      <p:sp>
        <p:nvSpPr>
          <p:cNvPr id="28" name="chip-fee-1">
            <a:hlinkClick r:id="rId22" action="ppaction://hlinksldjump" tooltip="At forecast"/>
          </p:cNvPr>
          <p:cNvSpPr txBox="1"/>
          <p:nvPr/>
        </p:nvSpPr>
        <p:spPr>
          <a:xfrm>
            <a:off x="1600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€17.0M</a:t>
            </a:r>
            <a:endParaRPr lang="en-US" sz="1300"/>
          </a:p>
        </p:txBody>
      </p:sp>
      <p:sp>
        <p:nvSpPr>
          <p:cNvPr id="29" name="Text 24"/>
          <p:cNvSpPr txBox="1"/>
          <p:nvPr/>
        </p:nvSpPr>
        <p:spPr>
          <a:xfrm>
            <a:off x="1600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At forecast</a:t>
            </a:r>
            <a:endParaRPr lang="en-US" sz="1000"/>
          </a:p>
        </p:txBody>
      </p:sp>
      <p:sp>
        <p:nvSpPr>
          <p:cNvPr id="30" name="chip-fee-2">
            <a:hlinkClick r:id="rId23" action="ppaction://hlinksldjump" tooltip="2× forecast"/>
          </p:cNvPr>
          <p:cNvSpPr txBox="1"/>
          <p:nvPr/>
        </p:nvSpPr>
        <p:spPr>
          <a:xfrm>
            <a:off x="2743200" y="3749040"/>
            <a:ext cx="1051560" cy="384048"/>
          </a:xfrm>
          <a:prstGeom prst="roundRect">
            <a:avLst>
              <a:gd name="adj" fmla="val 19048"/>
            </a:avLst>
          </a:prstGeom>
          <a:solidFill>
            <a:schemeClr val="bg1"/>
          </a:solidFill>
          <a:ln w="9525">
            <a:solidFill>
              <a:srgbClr val="C9D3CE"/>
            </a:solidFill>
          </a:ln>
        </p:spPr>
        <p:txBody>
          <a:bodyPr wrap="square" lIns="0" tIns="0" rIns="0" bIns="0" rtlCol="0" anchor="ctr"/>
          <a:lstStyle/>
          <a:p>
            <a:pPr marL="0" indent="0" algn="ctr">
              <a:buNone/>
            </a:pPr>
            <a:r>
              <a:rPr lang="en-US" sz="1300" b="1">
                <a:solidFill>
                  <a:schemeClr val="tx1"/>
                </a:solidFill>
              </a:rPr>
              <a:t>€34.0M</a:t>
            </a:r>
            <a:endParaRPr lang="en-US" sz="1300"/>
          </a:p>
        </p:txBody>
      </p:sp>
      <p:sp>
        <p:nvSpPr>
          <p:cNvPr id="31" name="Text 26"/>
          <p:cNvSpPr txBox="1"/>
          <p:nvPr/>
        </p:nvSpPr>
        <p:spPr>
          <a:xfrm>
            <a:off x="2743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2× forecast</a:t>
            </a:r>
            <a:endParaRPr lang="en-US" sz="1000"/>
          </a:p>
        </p:txBody>
      </p:sp>
      <p:sp>
        <p:nvSpPr>
          <p:cNvPr id="32" name="chip-fee-3"/>
          <p:cNvSpPr txBox="1"/>
          <p:nvPr/>
        </p:nvSpPr>
        <p:spPr>
          <a:xfrm>
            <a:off x="3886200" y="3749040"/>
            <a:ext cx="1051560" cy="384048"/>
          </a:xfrm>
          <a:prstGeom prst="roundRect">
            <a:avLst>
              <a:gd name="adj" fmla="val 19048"/>
            </a:avLst>
          </a:prstGeom>
          <a:solidFill>
            <a:schemeClr val="accent2"/>
          </a:solidFill>
          <a:ln w="12700">
            <a:solidFill>
              <a:schemeClr val="accent2"/>
            </a:solidFill>
          </a:ln>
        </p:spPr>
        <p:txBody>
          <a:bodyPr wrap="square" lIns="0" tIns="0" rIns="0" bIns="0" rtlCol="0" anchor="ctr"/>
          <a:lstStyle/>
          <a:p>
            <a:pPr marL="0" indent="0" algn="ctr">
              <a:buNone/>
            </a:pPr>
            <a:r>
              <a:rPr lang="en-US" sz="1300" b="1">
                <a:solidFill>
                  <a:schemeClr val="tx1"/>
                </a:solidFill>
              </a:rPr>
              <a:t>€51.0M</a:t>
            </a:r>
            <a:endParaRPr lang="en-US" sz="1300"/>
          </a:p>
        </p:txBody>
      </p:sp>
      <p:sp>
        <p:nvSpPr>
          <p:cNvPr id="33" name="Text 28"/>
          <p:cNvSpPr txBox="1"/>
          <p:nvPr/>
        </p:nvSpPr>
        <p:spPr>
          <a:xfrm>
            <a:off x="3886200" y="4169664"/>
            <a:ext cx="1051560" cy="201168"/>
          </a:xfrm>
          <a:prstGeom prst="rect">
            <a:avLst/>
          </a:prstGeom>
          <a:noFill/>
          <a:ln/>
        </p:spPr>
        <p:txBody>
          <a:bodyPr wrap="square" lIns="0" tIns="0" rIns="0" bIns="0" rtlCol="0" anchor="t"/>
          <a:lstStyle/>
          <a:p>
            <a:pPr marL="0" indent="0" algn="ctr">
              <a:buNone/>
            </a:pPr>
            <a:r>
              <a:rPr lang="en-US" sz="1000">
                <a:solidFill>
                  <a:srgbClr val="8A9A94"/>
                </a:solidFill>
              </a:rPr>
              <a:t>3× forecast</a:t>
            </a:r>
            <a:endParaRPr lang="en-US" sz="1000"/>
          </a:p>
        </p:txBody>
      </p:sp>
      <p:sp>
        <p:nvSpPr>
          <p:cNvPr id="34" name="done-btn">
            <a:hlinkClick r:id="rId24" action="ppaction://hlinksldjump" tooltip="Back to the tool slide"/>
          </p:cNvPr>
          <p:cNvSpPr txBox="1"/>
          <p:nvPr/>
        </p:nvSpPr>
        <p:spPr>
          <a:xfrm>
            <a:off x="7406640" y="411480"/>
            <a:ext cx="1280160" cy="365760"/>
          </a:xfrm>
          <a:prstGeom prst="roundRect">
            <a:avLst>
              <a:gd name="adj" fmla="val 20000"/>
            </a:avLst>
          </a:prstGeom>
          <a:solidFill>
            <a:schemeClr val="accent2"/>
          </a:solidFill>
          <a:ln>
            <a:solidFill>
              <a:schemeClr val="accent2"/>
            </a:solidFill>
          </a:ln>
        </p:spPr>
        <p:txBody>
          <a:bodyPr wrap="square" lIns="0" tIns="0" rIns="0" bIns="0" rtlCol="0" anchor="ctr"/>
          <a:lstStyle/>
          <a:p>
            <a:pPr marL="0" indent="0" algn="ctr">
              <a:buNone/>
            </a:pPr>
            <a:r>
              <a:rPr lang="en-US" sz="1300" b="1">
                <a:solidFill>
                  <a:schemeClr val="tx1"/>
                </a:solidFill>
              </a:rPr>
              <a:t>Done</a:t>
            </a:r>
            <a:endParaRPr lang="en-US" sz="1300"/>
          </a:p>
        </p:txBody>
      </p:sp>
      <p:sp>
        <p:nvSpPr>
          <p:cNvPr id="35" name="result-card"/>
          <p:cNvSpPr/>
          <p:nvPr/>
        </p:nvSpPr>
        <p:spPr>
          <a:xfrm>
            <a:off x="5212080" y="1188720"/>
            <a:ext cx="3474720" cy="3429000"/>
          </a:xfrm>
          <a:prstGeom prst="roundRect">
            <a:avLst>
              <a:gd name="adj" fmla="val 2133"/>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36" name="Text 31"/>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600" b="1">
                <a:solidFill>
                  <a:schemeClr val="tx2"/>
                </a:solidFill>
              </a:rPr>
              <a:t>Jordan Teze</a:t>
            </a:r>
            <a:endParaRPr lang="en-US" sz="1600"/>
          </a:p>
        </p:txBody>
      </p:sp>
      <p:sp>
        <p:nvSpPr>
          <p:cNvPr id="37" name="Text 32"/>
          <p:cNvSpPr txBox="1"/>
          <p:nvPr/>
        </p:nvSpPr>
        <p:spPr>
          <a:xfrm>
            <a:off x="5440680" y="1554480"/>
            <a:ext cx="3017520" cy="201168"/>
          </a:xfrm>
          <a:prstGeom prst="rect">
            <a:avLst/>
          </a:prstGeom>
          <a:noFill/>
          <a:ln/>
        </p:spPr>
        <p:txBody>
          <a:bodyPr wrap="square" lIns="0" tIns="0" rIns="0" bIns="0" rtlCol="0" anchor="t"/>
          <a:lstStyle/>
          <a:p>
            <a:pPr marL="0" indent="0">
              <a:buNone/>
            </a:pPr>
            <a:r>
              <a:rPr lang="en-US" sz="1100">
                <a:solidFill>
                  <a:srgbClr val="8A9A94"/>
                </a:solidFill>
              </a:rPr>
              <a:t>Ligue 1 · value at end of 2024: €15.0M</a:t>
            </a:r>
            <a:endParaRPr lang="en-US" sz="1100"/>
          </a:p>
        </p:txBody>
      </p:sp>
      <p:sp>
        <p:nvSpPr>
          <p:cNvPr id="38" name="Text 33"/>
          <p:cNvSpPr txBox="1"/>
          <p:nvPr/>
        </p:nvSpPr>
        <p:spPr>
          <a:xfrm>
            <a:off x="5440680" y="1847088"/>
            <a:ext cx="3017520" cy="201168"/>
          </a:xfrm>
          <a:prstGeom prst="rect">
            <a:avLst/>
          </a:prstGeom>
          <a:noFill/>
          <a:ln/>
        </p:spPr>
        <p:txBody>
          <a:bodyPr wrap="square" lIns="0" tIns="0" rIns="0" bIns="0" rtlCol="0" anchor="t"/>
          <a:lstStyle/>
          <a:p>
            <a:pPr marL="0" indent="0">
              <a:buNone/>
            </a:pPr>
            <a:r>
              <a:rPr lang="en-US" sz="1100" b="1">
                <a:solidFill>
                  <a:schemeClr val="accent1"/>
                </a:solidFill>
              </a:rPr>
              <a:t>Forecast in 12 months (2025Q4)</a:t>
            </a:r>
            <a:endParaRPr lang="en-US" sz="1100"/>
          </a:p>
        </p:txBody>
      </p:sp>
      <p:sp>
        <p:nvSpPr>
          <p:cNvPr id="39" name="Text 34"/>
          <p:cNvSpPr txBox="1"/>
          <p:nvPr/>
        </p:nvSpPr>
        <p:spPr>
          <a:xfrm>
            <a:off x="5440680" y="2039112"/>
            <a:ext cx="3017520" cy="457200"/>
          </a:xfrm>
          <a:prstGeom prst="rect">
            <a:avLst/>
          </a:prstGeom>
          <a:noFill/>
          <a:ln/>
        </p:spPr>
        <p:txBody>
          <a:bodyPr wrap="square" lIns="0" tIns="0" rIns="0" bIns="0" rtlCol="0" anchor="t"/>
          <a:lstStyle/>
          <a:p>
            <a:pPr marL="0" indent="0">
              <a:buNone/>
            </a:pPr>
            <a:r>
              <a:rPr lang="en-US" sz="2800" b="1">
                <a:solidFill>
                  <a:schemeClr val="tx2"/>
                </a:solidFill>
              </a:rPr>
              <a:t>€17.0M</a:t>
            </a:r>
            <a:endParaRPr lang="en-US" sz="2800"/>
          </a:p>
        </p:txBody>
      </p:sp>
      <p:sp>
        <p:nvSpPr>
          <p:cNvPr id="40" name="Text 35"/>
          <p:cNvSpPr txBox="1"/>
          <p:nvPr/>
        </p:nvSpPr>
        <p:spPr>
          <a:xfrm>
            <a:off x="5440680" y="2514600"/>
            <a:ext cx="3017520" cy="228600"/>
          </a:xfrm>
          <a:prstGeom prst="rect">
            <a:avLst/>
          </a:prstGeom>
          <a:noFill/>
          <a:ln/>
        </p:spPr>
        <p:txBody>
          <a:bodyPr wrap="square" lIns="0" tIns="0" rIns="0" bIns="0" rtlCol="0" anchor="t"/>
          <a:lstStyle/>
          <a:p>
            <a:pPr marL="0" indent="0">
              <a:buNone/>
            </a:pPr>
            <a:r>
              <a:rPr lang="en-US" sz="1200">
                <a:solidFill>
                  <a:schemeClr val="tx1"/>
                </a:solidFill>
              </a:rPr>
              <a:t>80% range: €10.4M to €49.4M</a:t>
            </a:r>
            <a:endParaRPr lang="en-US" sz="1200"/>
          </a:p>
        </p:txBody>
      </p:sp>
      <p:sp>
        <p:nvSpPr>
          <p:cNvPr id="41" name="zone-under"/>
          <p:cNvSpPr/>
          <p:nvPr/>
        </p:nvSpPr>
        <p:spPr>
          <a:xfrm>
            <a:off x="5440680" y="3017520"/>
            <a:ext cx="570305" cy="274320"/>
          </a:xfrm>
          <a:prstGeom prst="rect">
            <a:avLst/>
          </a:prstGeom>
          <a:solidFill>
            <a:schemeClr val="accent6"/>
          </a:solidFill>
          <a:ln w="12700">
            <a:solidFill>
              <a:schemeClr val="accent6"/>
            </a:solidFill>
            <a:prstDash val="solid"/>
          </a:ln>
        </p:spPr>
        <p:txBody>
          <a:bodyPr/>
          <a:lstStyle/>
          <a:p>
            <a:endParaRPr lang="en-US"/>
          </a:p>
        </p:txBody>
      </p:sp>
      <p:sp>
        <p:nvSpPr>
          <p:cNvPr id="42" name="zone-fair"/>
          <p:cNvSpPr/>
          <p:nvPr/>
        </p:nvSpPr>
        <p:spPr>
          <a:xfrm>
            <a:off x="6010985" y="3017520"/>
            <a:ext cx="2134945" cy="274320"/>
          </a:xfrm>
          <a:prstGeom prst="rect">
            <a:avLst/>
          </a:prstGeom>
          <a:solidFill>
            <a:srgbClr val="E4EBE7"/>
          </a:solidFill>
          <a:ln w="12700">
            <a:solidFill>
              <a:srgbClr val="E4EBE7"/>
            </a:solidFill>
            <a:prstDash val="solid"/>
          </a:ln>
        </p:spPr>
        <p:txBody>
          <a:bodyPr/>
          <a:lstStyle/>
          <a:p>
            <a:endParaRPr lang="en-US"/>
          </a:p>
        </p:txBody>
      </p:sp>
      <p:sp>
        <p:nvSpPr>
          <p:cNvPr id="43" name="zone-over"/>
          <p:cNvSpPr/>
          <p:nvPr/>
        </p:nvSpPr>
        <p:spPr>
          <a:xfrm>
            <a:off x="8145929" y="3017520"/>
            <a:ext cx="312271" cy="274320"/>
          </a:xfrm>
          <a:prstGeom prst="rect">
            <a:avLst/>
          </a:prstGeom>
          <a:solidFill>
            <a:srgbClr val="E8A99B"/>
          </a:solidFill>
          <a:ln w="12700">
            <a:solidFill>
              <a:srgbClr val="E8A99B"/>
            </a:solidFill>
            <a:prstDash val="solid"/>
          </a:ln>
        </p:spPr>
        <p:txBody>
          <a:bodyPr/>
          <a:lstStyle/>
          <a:p>
            <a:endParaRPr lang="en-US"/>
          </a:p>
        </p:txBody>
      </p:sp>
      <p:sp>
        <p:nvSpPr>
          <p:cNvPr id="44" name="fee-marker"/>
          <p:cNvSpPr/>
          <p:nvPr/>
        </p:nvSpPr>
        <p:spPr>
          <a:xfrm>
            <a:off x="8216392" y="2962656"/>
            <a:ext cx="36576" cy="384048"/>
          </a:xfrm>
          <a:prstGeom prst="rect">
            <a:avLst/>
          </a:prstGeom>
          <a:solidFill>
            <a:schemeClr val="tx1"/>
          </a:solidFill>
          <a:ln w="12700">
            <a:solidFill>
              <a:schemeClr val="tx1"/>
            </a:solidFill>
            <a:prstDash val="solid"/>
          </a:ln>
        </p:spPr>
        <p:txBody>
          <a:bodyPr/>
          <a:lstStyle/>
          <a:p>
            <a:endParaRPr lang="en-US"/>
          </a:p>
        </p:txBody>
      </p:sp>
      <p:sp>
        <p:nvSpPr>
          <p:cNvPr id="45" name="Text 40"/>
          <p:cNvSpPr txBox="1"/>
          <p:nvPr/>
        </p:nvSpPr>
        <p:spPr>
          <a:xfrm>
            <a:off x="7360920" y="2734056"/>
            <a:ext cx="1097280" cy="201168"/>
          </a:xfrm>
          <a:prstGeom prst="rect">
            <a:avLst/>
          </a:prstGeom>
          <a:noFill/>
          <a:ln/>
        </p:spPr>
        <p:txBody>
          <a:bodyPr wrap="square" lIns="0" tIns="0" rIns="0" bIns="0" rtlCol="0" anchor="t"/>
          <a:lstStyle/>
          <a:p>
            <a:pPr marL="0" indent="0" algn="ctr">
              <a:buNone/>
            </a:pPr>
            <a:r>
              <a:rPr lang="en-US" sz="1000" b="1">
                <a:solidFill>
                  <a:schemeClr val="tx1"/>
                </a:solidFill>
              </a:rPr>
              <a:t>Fee €51.0M</a:t>
            </a:r>
            <a:endParaRPr lang="en-US" sz="1000"/>
          </a:p>
        </p:txBody>
      </p:sp>
      <p:sp>
        <p:nvSpPr>
          <p:cNvPr id="46" name="Text 41"/>
          <p:cNvSpPr txBox="1"/>
          <p:nvPr/>
        </p:nvSpPr>
        <p:spPr>
          <a:xfrm>
            <a:off x="5553785"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low €10.4M</a:t>
            </a:r>
            <a:endParaRPr lang="en-US" sz="1000"/>
          </a:p>
        </p:txBody>
      </p:sp>
      <p:sp>
        <p:nvSpPr>
          <p:cNvPr id="47" name="Text 42"/>
          <p:cNvSpPr txBox="1"/>
          <p:nvPr/>
        </p:nvSpPr>
        <p:spPr>
          <a:xfrm>
            <a:off x="7543800" y="3328416"/>
            <a:ext cx="914400" cy="182880"/>
          </a:xfrm>
          <a:prstGeom prst="rect">
            <a:avLst/>
          </a:prstGeom>
          <a:noFill/>
          <a:ln/>
        </p:spPr>
        <p:txBody>
          <a:bodyPr wrap="square" lIns="0" tIns="0" rIns="0" bIns="0" rtlCol="0" anchor="t"/>
          <a:lstStyle/>
          <a:p>
            <a:pPr marL="0" indent="0" algn="ctr">
              <a:buNone/>
            </a:pPr>
            <a:r>
              <a:rPr lang="en-US" sz="1000">
                <a:solidFill>
                  <a:srgbClr val="8A9A94"/>
                </a:solidFill>
              </a:rPr>
              <a:t>high €49.4M</a:t>
            </a:r>
            <a:endParaRPr lang="en-US" sz="1000"/>
          </a:p>
        </p:txBody>
      </p:sp>
      <p:sp>
        <p:nvSpPr>
          <p:cNvPr id="48" name="verdict-banner"/>
          <p:cNvSpPr/>
          <p:nvPr/>
        </p:nvSpPr>
        <p:spPr>
          <a:xfrm>
            <a:off x="5440680" y="3584448"/>
            <a:ext cx="3017520" cy="566928"/>
          </a:xfrm>
          <a:prstGeom prst="roundRect">
            <a:avLst>
              <a:gd name="adj" fmla="val 12903"/>
            </a:avLst>
          </a:prstGeom>
          <a:solidFill>
            <a:schemeClr val="accent3"/>
          </a:solidFill>
          <a:ln w="12700">
            <a:solidFill>
              <a:schemeClr val="accent3"/>
            </a:solidFill>
            <a:prstDash val="solid"/>
          </a:ln>
        </p:spPr>
        <p:txBody>
          <a:bodyPr/>
          <a:lstStyle/>
          <a:p>
            <a:endParaRPr lang="en-US"/>
          </a:p>
        </p:txBody>
      </p:sp>
      <p:sp>
        <p:nvSpPr>
          <p:cNvPr id="49" name="Text 44"/>
          <p:cNvSpPr txBox="1"/>
          <p:nvPr/>
        </p:nvSpPr>
        <p:spPr>
          <a:xfrm>
            <a:off x="5577840" y="3584448"/>
            <a:ext cx="2286000" cy="566928"/>
          </a:xfrm>
          <a:prstGeom prst="rect">
            <a:avLst/>
          </a:prstGeom>
          <a:noFill/>
          <a:ln/>
        </p:spPr>
        <p:txBody>
          <a:bodyPr wrap="square" lIns="0" tIns="0" rIns="0" bIns="0" rtlCol="0" anchor="ctr"/>
          <a:lstStyle/>
          <a:p>
            <a:pPr marL="0" indent="0">
              <a:buNone/>
            </a:pPr>
            <a:r>
              <a:rPr lang="en-US" sz="1600" b="1">
                <a:solidFill>
                  <a:schemeClr val="bg1"/>
                </a:solidFill>
              </a:rPr>
              <a:t>OVERVALUED</a:t>
            </a:r>
            <a:endParaRPr lang="en-US" sz="1400"/>
          </a:p>
          <a:p>
            <a:pPr marL="0" indent="0">
              <a:buNone/>
            </a:pPr>
            <a:r>
              <a:rPr lang="en-US" sz="1100">
                <a:solidFill>
                  <a:schemeClr val="bg1"/>
                </a:solidFill>
              </a:rPr>
              <a:t>Fee €51.0M is above the range</a:t>
            </a:r>
            <a:endParaRPr lang="en-US" sz="1400"/>
          </a:p>
        </p:txBody>
      </p:sp>
      <p:sp>
        <p:nvSpPr>
          <p:cNvPr id="50" name="red-card"/>
          <p:cNvSpPr/>
          <p:nvPr/>
        </p:nvSpPr>
        <p:spPr>
          <a:xfrm>
            <a:off x="8065008" y="3721608"/>
            <a:ext cx="201168" cy="292608"/>
          </a:xfrm>
          <a:prstGeom prst="roundRect">
            <a:avLst>
              <a:gd name="adj" fmla="val 13636"/>
            </a:avLst>
          </a:prstGeom>
          <a:solidFill>
            <a:srgbClr val="E53935"/>
          </a:solidFill>
          <a:ln w="19050">
            <a:solidFill>
              <a:schemeClr val="bg1"/>
            </a:solidFill>
            <a:prstDash val="solid"/>
          </a:ln>
        </p:spPr>
        <p:txBody>
          <a:bodyPr/>
          <a:lstStyle/>
          <a:p>
            <a:endParaRPr lang="en-US"/>
          </a:p>
        </p:txBody>
      </p:sp>
      <p:pic>
        <p:nvPicPr>
          <p:cNvPr id="51" name="Image 3" descr="handshake"/>
          <p:cNvPicPr>
            <a:picLocks noChangeAspect="1"/>
          </p:cNvPicPr>
          <p:nvPr/>
        </p:nvPicPr>
        <p:blipFill>
          <a:blip r:embed="rId25"/>
          <a:stretch>
            <a:fillRect/>
          </a:stretch>
        </p:blipFill>
        <p:spPr>
          <a:xfrm>
            <a:off x="5440680" y="4224528"/>
            <a:ext cx="201168" cy="201168"/>
          </a:xfrm>
          <a:prstGeom prst="rect">
            <a:avLst/>
          </a:prstGeom>
        </p:spPr>
      </p:pic>
      <p:sp>
        <p:nvSpPr>
          <p:cNvPr id="52" name="Text 46"/>
          <p:cNvSpPr txBox="1"/>
          <p:nvPr/>
        </p:nvSpPr>
        <p:spPr>
          <a:xfrm>
            <a:off x="5733288" y="4206240"/>
            <a:ext cx="2724912" cy="365760"/>
          </a:xfrm>
          <a:prstGeom prst="rect">
            <a:avLst/>
          </a:prstGeom>
          <a:noFill/>
          <a:ln/>
        </p:spPr>
        <p:txBody>
          <a:bodyPr wrap="square" lIns="0" tIns="0" rIns="0" bIns="0" rtlCol="0" anchor="t"/>
          <a:lstStyle/>
          <a:p>
            <a:pPr marL="0" indent="0">
              <a:buNone/>
            </a:pPr>
            <a:r>
              <a:rPr lang="en-US" sz="1100" b="1">
                <a:solidFill>
                  <a:srgbClr val="1F7A4D"/>
                </a:solidFill>
              </a:rPr>
              <a:t>HOLD / EXTEND</a:t>
            </a:r>
            <a:r>
              <a:rPr lang="en-US" sz="1100">
                <a:solidFill>
                  <a:schemeClr val="tx1"/>
                </a:solidFill>
              </a:rPr>
              <a:t> · forecast is above the €15.0M of 2024Q4</a:t>
            </a:r>
            <a:endParaRPr lang="en-US" sz="1100"/>
          </a:p>
        </p:txBody>
      </p:sp>
    </p:spTree>
  </p:cSld>
  <p:clrMapOvr>
    <a:masterClrMapping/>
  </p:clrMapOvr>
</p:sld>
</file>

<file path=ppt/theme/theme1.xml><?xml version="1.0" encoding="utf-8"?>
<a:theme xmlns:a="http://schemas.openxmlformats.org/drawingml/2006/main" name="Transfer Forecaster">
  <a:themeElements>
    <a:clrScheme name="Transfer Forecaster">
      <a:dk1>
        <a:srgbClr val="14211C"/>
      </a:dk1>
      <a:lt1>
        <a:srgbClr val="FFFFFF"/>
      </a:lt1>
      <a:dk2>
        <a:srgbClr val="0B3D2E"/>
      </a:dk2>
      <a:lt2>
        <a:srgbClr val="F3F6F4"/>
      </a:lt2>
      <a:accent1>
        <a:srgbClr val="1F7A4D"/>
      </a:accent1>
      <a:accent2>
        <a:srgbClr val="F2A900"/>
      </a:accent2>
      <a:accent3>
        <a:srgbClr val="C8553D"/>
      </a:accent3>
      <a:accent4>
        <a:srgbClr val="5B8DB8"/>
      </a:accent4>
      <a:accent5>
        <a:srgbClr val="8A9A94"/>
      </a:accent5>
      <a:accent6>
        <a:srgbClr val="A7C4B5"/>
      </a:accent6>
      <a:hlink>
        <a:srgbClr val="1F7A4D"/>
      </a:hlink>
      <a:folHlink>
        <a:srgbClr val="8A9A94"/>
      </a:folHlink>
    </a:clrScheme>
    <a:fontScheme name="Transfer Forecas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152</Slides>
  <Notes>152</Notes>
  <HiddenSlides>0</HiddenSlides>
  <ScaleCrop>false</ScaleCrop>
  <HeadingPairs>
    <vt:vector size="4" baseType="variant">
      <vt:variant>
        <vt:lpstr>Theme</vt:lpstr>
      </vt:variant>
      <vt:variant>
        <vt:i4>1</vt:i4>
      </vt:variant>
      <vt:variant>
        <vt:lpstr>Slide Titles</vt:lpstr>
      </vt:variant>
      <vt:variant>
        <vt:i4>152</vt:i4>
      </vt:variant>
    </vt:vector>
  </HeadingPairs>
  <TitlesOfParts>
    <vt:vector size="153" baseType="lpstr">
      <vt:lpstr>Transfer Forecaster</vt:lpstr>
      <vt:lpstr>PowerPoint Presentation</vt:lpstr>
      <vt:lpstr>Work Division</vt:lpstr>
      <vt:lpstr>PowerPoint Presentation</vt:lpstr>
      <vt:lpstr>Where our data comes from</vt:lpstr>
      <vt:lpstr>Selection criteria</vt:lpstr>
      <vt:lpstr>Dates into quarters</vt:lpstr>
      <vt:lpstr>Market value path</vt:lpstr>
      <vt:lpstr>Aging curve and quarter of year</vt:lpstr>
      <vt:lpstr>Split summary</vt:lpstr>
      <vt:lpstr>Candidate models: validation and test</vt:lpstr>
      <vt:lpstr>Model performance</vt:lpstr>
      <vt:lpstr>Uncertainty band and 2025 holdout</vt:lpstr>
      <vt:lpstr>Performance across all three periods</vt:lpstr>
      <vt:lpstr>PowerPoint Presentation</vt:lpstr>
      <vt:lpstr>Key numbers and conclusions</vt:lpstr>
      <vt:lpstr>Choose a player</vt:lpstr>
      <vt:lpstr>Decision support prototype</vt:lpstr>
      <vt:lpstr>Phil Foden</vt:lpstr>
      <vt:lpstr>Loïs Openda</vt:lpstr>
      <vt:lpstr>Marcus Rashford</vt:lpstr>
      <vt:lpstr>Pedro Neto</vt:lpstr>
      <vt:lpstr>Ronald Araujo</vt:lpstr>
      <vt:lpstr>Matheus Cunha</vt:lpstr>
      <vt:lpstr>Oihan Sancet</vt:lpstr>
      <vt:lpstr>Teun Koopmeiners</vt:lpstr>
      <vt:lpstr>Khéphren Thuram</vt:lpstr>
      <vt:lpstr>Nayef Aguerd</vt:lpstr>
      <vt:lpstr>Serge Gnabry</vt:lpstr>
      <vt:lpstr>Kang-in Lee</vt:lpstr>
      <vt:lpstr>Waldemar Anton</vt:lpstr>
      <vt:lpstr>Christoph Baumgartner</vt:lpstr>
      <vt:lpstr>Jordan Teze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lpstr>Decision support prototype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 Market Valuation Forecaster</dc:title>
  <dc:subject>PptxGenJS Presentation</dc:subject>
  <dc:creator>OPIM 5671 Team 7</dc:creator>
  <cp:revision>1</cp:revision>
  <dcterms:created xsi:type="dcterms:W3CDTF">2026-10-04T04:05:52Z</dcterms:created>
  <dcterms:modified xsi:type="dcterms:W3CDTF">2026-10-07T00:32:25Z</dcterms:modified>
</cp:coreProperties>
</file>